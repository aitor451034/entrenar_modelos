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media/image19.jpg" ContentType="image/png"/>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4"/>
    <p:sldMasterId id="2147483648" r:id="rId5"/>
  </p:sldMasterIdLst>
  <p:notesMasterIdLst>
    <p:notesMasterId r:id="rId21"/>
  </p:notesMasterIdLst>
  <p:handoutMasterIdLst>
    <p:handoutMasterId r:id="rId22"/>
  </p:handoutMasterIdLst>
  <p:sldIdLst>
    <p:sldId id="2147482874" r:id="rId6"/>
    <p:sldId id="338" r:id="rId7"/>
    <p:sldId id="2147482860" r:id="rId8"/>
    <p:sldId id="2147482862" r:id="rId9"/>
    <p:sldId id="2147482875" r:id="rId10"/>
    <p:sldId id="2147482863" r:id="rId11"/>
    <p:sldId id="2147482864" r:id="rId12"/>
    <p:sldId id="2147482876" r:id="rId13"/>
    <p:sldId id="2147482865" r:id="rId14"/>
    <p:sldId id="2147482877" r:id="rId15"/>
    <p:sldId id="2147482878" r:id="rId16"/>
    <p:sldId id="2147482879" r:id="rId17"/>
    <p:sldId id="2147482880" r:id="rId18"/>
    <p:sldId id="2147482881" r:id="rId19"/>
    <p:sldId id="314" r:id="rId2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s" id="{1DA0F4A7-50AC-4F29-B1A5-09BC66AFAF75}">
          <p14:sldIdLst>
            <p14:sldId id="2147482874"/>
          </p14:sldIdLst>
        </p14:section>
        <p14:section name="Index" id="{CFD66A46-3520-42CF-AE46-0D21B5CB8508}">
          <p14:sldIdLst>
            <p14:sldId id="338"/>
          </p14:sldIdLst>
        </p14:section>
        <p14:section name="Section Cover" id="{1B292D41-D7C6-48C9-820D-51D476B1C0F7}">
          <p14:sldIdLst>
            <p14:sldId id="2147482860"/>
          </p14:sldIdLst>
        </p14:section>
        <p14:section name="Text, Graphs and Images" id="{28BE38AF-E90C-490F-9705-1D84978774FD}">
          <p14:sldIdLst>
            <p14:sldId id="2147482862"/>
            <p14:sldId id="2147482875"/>
            <p14:sldId id="2147482863"/>
            <p14:sldId id="2147482864"/>
            <p14:sldId id="2147482876"/>
            <p14:sldId id="2147482865"/>
            <p14:sldId id="2147482877"/>
            <p14:sldId id="2147482878"/>
            <p14:sldId id="2147482879"/>
            <p14:sldId id="2147482880"/>
            <p14:sldId id="2147482881"/>
          </p14:sldIdLst>
        </p14:section>
        <p14:section name="Comparison" id="{079926EB-501D-475A-9C36-90A174AB7532}">
          <p14:sldIdLst/>
        </p14:section>
        <p14:section name="Pictures" id="{907C0518-4AAE-4D44-8085-9CE0F77A8A9F}">
          <p14:sldIdLst/>
        </p14:section>
        <p14:section name="Figures" id="{D46912C0-95F4-437B-AE32-719725103C4F}">
          <p14:sldIdLst/>
        </p14:section>
        <p14:section name="Big Text" id="{4BECAAFF-FB9C-4BF8-80F0-BE06E905D05E}">
          <p14:sldIdLst/>
        </p14:section>
        <p14:section name="Pattern" id="{AA67A41B-7707-4B9F-BE3E-3092107C2B01}">
          <p14:sldIdLst/>
        </p14:section>
        <p14:section name="Infographics" id="{B9CC5258-D4A5-40E2-B31E-8794AAC4070A}">
          <p14:sldIdLst/>
        </p14:section>
        <p14:section name="Maps" id="{F9F2BFB9-E207-420A-813B-05AD04C1597B}">
          <p14:sldIdLst/>
        </p14:section>
        <p14:section name="Icons" id="{68CF2399-CD6B-406E-B58D-6CFDBAE5615F}">
          <p14:sldIdLst/>
        </p14:section>
        <p14:section name="Back cover" id="{B0EA021D-8C6B-4486-B87F-AFFAE03B3993}">
          <p14:sldIdLst>
            <p14:sldId id="31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E9E5"/>
    <a:srgbClr val="FCF4CF"/>
    <a:srgbClr val="93AEAC"/>
    <a:srgbClr val="0042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132" y="165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s>
</file>

<file path=ppt/diagrams/_rels/data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image" Target="../media/image17.jpg"/></Relationships>
</file>

<file path=ppt/diagrams/_rels/drawing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image" Target="../media/image17.jp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393373-6054-47F0-94EB-3D0F06C0BA27}"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s-ES"/>
        </a:p>
      </dgm:t>
    </dgm:pt>
    <dgm:pt modelId="{1AAF2C03-F093-4843-B690-F4478F2B2928}">
      <dgm:prSet phldrT="[Texto]"/>
      <dgm:spPr/>
      <dgm:t>
        <a:bodyPr/>
        <a:lstStyle/>
        <a:p>
          <a:pPr algn="just">
            <a:buFont typeface="Courier New" panose="02070309020205020404" pitchFamily="49" charset="0"/>
            <a:buChar char="o"/>
          </a:pPr>
          <a:r>
            <a:rPr lang="es-ES" b="1" dirty="0"/>
            <a:t>Obtención de datos y puesta a punto. En este paso se detallan los procesos de obtención de los 32 parámetros característicos a partir del </a:t>
          </a:r>
          <a:r>
            <a:rPr lang="es-ES" b="1" dirty="0" err="1"/>
            <a:t>dataset</a:t>
          </a:r>
          <a:endParaRPr lang="es-ES" b="1" dirty="0"/>
        </a:p>
      </dgm:t>
    </dgm:pt>
    <dgm:pt modelId="{A58663A9-A201-4D36-8F86-421822892006}" type="parTrans" cxnId="{3E2CC927-41B5-4B52-B511-43B77E210A96}">
      <dgm:prSet/>
      <dgm:spPr/>
      <dgm:t>
        <a:bodyPr/>
        <a:lstStyle/>
        <a:p>
          <a:endParaRPr lang="es-ES"/>
        </a:p>
      </dgm:t>
    </dgm:pt>
    <dgm:pt modelId="{FFB549D0-EFA3-4F47-9652-A4D2DD3AC54F}" type="sibTrans" cxnId="{3E2CC927-41B5-4B52-B511-43B77E210A96}">
      <dgm:prSet/>
      <dgm:spPr/>
      <dgm:t>
        <a:bodyPr/>
        <a:lstStyle/>
        <a:p>
          <a:endParaRPr lang="es-ES"/>
        </a:p>
      </dgm:t>
    </dgm:pt>
    <dgm:pt modelId="{ED3B1703-2A8B-464B-BAAC-8C52B375061A}">
      <dgm:prSet phldrT="[Texto]"/>
      <dgm:spPr/>
      <dgm:t>
        <a:bodyPr/>
        <a:lstStyle/>
        <a:p>
          <a:pPr algn="just">
            <a:buFont typeface="Courier New" panose="02070309020205020404" pitchFamily="49" charset="0"/>
            <a:buChar char="o"/>
          </a:pPr>
          <a:r>
            <a:rPr lang="es-ES" b="1" dirty="0"/>
            <a:t>Funciones del pipeline de machine </a:t>
          </a:r>
          <a:r>
            <a:rPr lang="es-ES" b="1" dirty="0" err="1"/>
            <a:t>learning</a:t>
          </a:r>
          <a:r>
            <a:rPr lang="es-ES" b="1" dirty="0"/>
            <a:t>. Para esta fase se detallan los pasos seguidos para el entrenamiento del modelo.</a:t>
          </a:r>
        </a:p>
      </dgm:t>
    </dgm:pt>
    <dgm:pt modelId="{02BA40CF-08F3-4104-A342-1D7BF24591BB}" type="parTrans" cxnId="{343470EB-0698-418E-BC6E-CB7F85B0C1CD}">
      <dgm:prSet/>
      <dgm:spPr/>
      <dgm:t>
        <a:bodyPr/>
        <a:lstStyle/>
        <a:p>
          <a:endParaRPr lang="es-ES"/>
        </a:p>
      </dgm:t>
    </dgm:pt>
    <dgm:pt modelId="{CF8D779E-ABDA-4624-A472-988B79F42A8F}" type="sibTrans" cxnId="{343470EB-0698-418E-BC6E-CB7F85B0C1CD}">
      <dgm:prSet/>
      <dgm:spPr/>
      <dgm:t>
        <a:bodyPr/>
        <a:lstStyle/>
        <a:p>
          <a:endParaRPr lang="es-ES"/>
        </a:p>
      </dgm:t>
    </dgm:pt>
    <dgm:pt modelId="{806654CB-1D53-4DF3-B5E3-A2B085CD777E}">
      <dgm:prSet phldrT="[Texto]"/>
      <dgm:spPr/>
      <dgm:t>
        <a:bodyPr/>
        <a:lstStyle/>
        <a:p>
          <a:pPr algn="just">
            <a:buFont typeface="Courier New" panose="02070309020205020404" pitchFamily="49" charset="0"/>
            <a:buChar char="o"/>
          </a:pPr>
          <a:r>
            <a:rPr lang="es-ES" b="1" dirty="0"/>
            <a:t>En esta última fase se evalúan los mejores resultados dados por el modelo junto con la obtención del valor umbral óptimo y la posterior validación.</a:t>
          </a:r>
        </a:p>
      </dgm:t>
    </dgm:pt>
    <dgm:pt modelId="{C450E4ED-390B-405E-A4F7-4020659C42A7}" type="parTrans" cxnId="{4B5CF829-B938-46E3-B906-15DDA9C89E3F}">
      <dgm:prSet/>
      <dgm:spPr/>
      <dgm:t>
        <a:bodyPr/>
        <a:lstStyle/>
        <a:p>
          <a:endParaRPr lang="es-ES"/>
        </a:p>
      </dgm:t>
    </dgm:pt>
    <dgm:pt modelId="{C31064F9-293B-46CE-ABD4-C73E3F7563F7}" type="sibTrans" cxnId="{4B5CF829-B938-46E3-B906-15DDA9C89E3F}">
      <dgm:prSet/>
      <dgm:spPr/>
      <dgm:t>
        <a:bodyPr/>
        <a:lstStyle/>
        <a:p>
          <a:endParaRPr lang="es-ES"/>
        </a:p>
      </dgm:t>
    </dgm:pt>
    <dgm:pt modelId="{D93795F8-5E56-4679-A09A-8007550AF54F}" type="pres">
      <dgm:prSet presAssocID="{17393373-6054-47F0-94EB-3D0F06C0BA27}" presName="Name0" presStyleCnt="0">
        <dgm:presLayoutVars>
          <dgm:chMax val="7"/>
          <dgm:chPref val="7"/>
          <dgm:dir/>
        </dgm:presLayoutVars>
      </dgm:prSet>
      <dgm:spPr/>
    </dgm:pt>
    <dgm:pt modelId="{336DBBA6-6425-4710-86A9-69A8E416C134}" type="pres">
      <dgm:prSet presAssocID="{17393373-6054-47F0-94EB-3D0F06C0BA27}" presName="Name1" presStyleCnt="0"/>
      <dgm:spPr/>
    </dgm:pt>
    <dgm:pt modelId="{C48C867B-CC09-484E-89F0-63EA89CC610C}" type="pres">
      <dgm:prSet presAssocID="{17393373-6054-47F0-94EB-3D0F06C0BA27}" presName="cycle" presStyleCnt="0"/>
      <dgm:spPr/>
    </dgm:pt>
    <dgm:pt modelId="{88A55B09-5D4C-4E12-A560-D74027FCE11E}" type="pres">
      <dgm:prSet presAssocID="{17393373-6054-47F0-94EB-3D0F06C0BA27}" presName="srcNode" presStyleLbl="node1" presStyleIdx="0" presStyleCnt="3"/>
      <dgm:spPr/>
    </dgm:pt>
    <dgm:pt modelId="{3A16A92C-EFAB-4D90-95E2-B6127872428B}" type="pres">
      <dgm:prSet presAssocID="{17393373-6054-47F0-94EB-3D0F06C0BA27}" presName="conn" presStyleLbl="parChTrans1D2" presStyleIdx="0" presStyleCnt="1"/>
      <dgm:spPr/>
    </dgm:pt>
    <dgm:pt modelId="{93447306-9543-4542-B57F-D028741D57FD}" type="pres">
      <dgm:prSet presAssocID="{17393373-6054-47F0-94EB-3D0F06C0BA27}" presName="extraNode" presStyleLbl="node1" presStyleIdx="0" presStyleCnt="3"/>
      <dgm:spPr/>
    </dgm:pt>
    <dgm:pt modelId="{496078D1-BBC1-46D4-95B7-0E3B77B31A16}" type="pres">
      <dgm:prSet presAssocID="{17393373-6054-47F0-94EB-3D0F06C0BA27}" presName="dstNode" presStyleLbl="node1" presStyleIdx="0" presStyleCnt="3"/>
      <dgm:spPr/>
    </dgm:pt>
    <dgm:pt modelId="{9E776394-F8CC-4A93-85DF-568588E331E1}" type="pres">
      <dgm:prSet presAssocID="{1AAF2C03-F093-4843-B690-F4478F2B2928}" presName="text_1" presStyleLbl="node1" presStyleIdx="0" presStyleCnt="3">
        <dgm:presLayoutVars>
          <dgm:bulletEnabled val="1"/>
        </dgm:presLayoutVars>
      </dgm:prSet>
      <dgm:spPr/>
    </dgm:pt>
    <dgm:pt modelId="{C936127C-094B-485A-BEF9-7515F7D8A987}" type="pres">
      <dgm:prSet presAssocID="{1AAF2C03-F093-4843-B690-F4478F2B2928}" presName="accent_1" presStyleCnt="0"/>
      <dgm:spPr/>
    </dgm:pt>
    <dgm:pt modelId="{2042BB70-E5E2-498D-B210-D881423BC513}" type="pres">
      <dgm:prSet presAssocID="{1AAF2C03-F093-4843-B690-F4478F2B2928}" presName="accentRepeatNode" presStyleLbl="solidFgAcc1" presStyleIdx="0" presStyleCnt="3"/>
      <dgm:spPr/>
    </dgm:pt>
    <dgm:pt modelId="{C3568395-CFEF-4A2E-B428-FD2B65E51B60}" type="pres">
      <dgm:prSet presAssocID="{ED3B1703-2A8B-464B-BAAC-8C52B375061A}" presName="text_2" presStyleLbl="node1" presStyleIdx="1" presStyleCnt="3" custScaleX="101691" custLinFactNeighborX="-704">
        <dgm:presLayoutVars>
          <dgm:bulletEnabled val="1"/>
        </dgm:presLayoutVars>
      </dgm:prSet>
      <dgm:spPr/>
    </dgm:pt>
    <dgm:pt modelId="{84497CDF-5932-44A7-BED9-2F36B7BDB416}" type="pres">
      <dgm:prSet presAssocID="{ED3B1703-2A8B-464B-BAAC-8C52B375061A}" presName="accent_2" presStyleCnt="0"/>
      <dgm:spPr/>
    </dgm:pt>
    <dgm:pt modelId="{51BFA304-FFF8-4357-BD02-8616E69D2D2D}" type="pres">
      <dgm:prSet presAssocID="{ED3B1703-2A8B-464B-BAAC-8C52B375061A}" presName="accentRepeatNode" presStyleLbl="solidFgAcc1" presStyleIdx="1" presStyleCnt="3"/>
      <dgm:spPr/>
    </dgm:pt>
    <dgm:pt modelId="{BC504CD0-E462-4F75-A5E8-7D55C35B653A}" type="pres">
      <dgm:prSet presAssocID="{806654CB-1D53-4DF3-B5E3-A2B085CD777E}" presName="text_3" presStyleLbl="node1" presStyleIdx="2" presStyleCnt="3">
        <dgm:presLayoutVars>
          <dgm:bulletEnabled val="1"/>
        </dgm:presLayoutVars>
      </dgm:prSet>
      <dgm:spPr/>
    </dgm:pt>
    <dgm:pt modelId="{04F50AFC-33F1-42F2-8312-74D8D956CFD4}" type="pres">
      <dgm:prSet presAssocID="{806654CB-1D53-4DF3-B5E3-A2B085CD777E}" presName="accent_3" presStyleCnt="0"/>
      <dgm:spPr/>
    </dgm:pt>
    <dgm:pt modelId="{D136A89D-F98F-4E85-8AC0-756F2CB2E33E}" type="pres">
      <dgm:prSet presAssocID="{806654CB-1D53-4DF3-B5E3-A2B085CD777E}" presName="accentRepeatNode" presStyleLbl="solidFgAcc1" presStyleIdx="2" presStyleCnt="3"/>
      <dgm:spPr/>
    </dgm:pt>
  </dgm:ptLst>
  <dgm:cxnLst>
    <dgm:cxn modelId="{DD90EA23-47BA-47C4-A903-A6CDB8E57057}" type="presOf" srcId="{1AAF2C03-F093-4843-B690-F4478F2B2928}" destId="{9E776394-F8CC-4A93-85DF-568588E331E1}" srcOrd="0" destOrd="0" presId="urn:microsoft.com/office/officeart/2008/layout/VerticalCurvedList"/>
    <dgm:cxn modelId="{3E2CC927-41B5-4B52-B511-43B77E210A96}" srcId="{17393373-6054-47F0-94EB-3D0F06C0BA27}" destId="{1AAF2C03-F093-4843-B690-F4478F2B2928}" srcOrd="0" destOrd="0" parTransId="{A58663A9-A201-4D36-8F86-421822892006}" sibTransId="{FFB549D0-EFA3-4F47-9652-A4D2DD3AC54F}"/>
    <dgm:cxn modelId="{4B5CF829-B938-46E3-B906-15DDA9C89E3F}" srcId="{17393373-6054-47F0-94EB-3D0F06C0BA27}" destId="{806654CB-1D53-4DF3-B5E3-A2B085CD777E}" srcOrd="2" destOrd="0" parTransId="{C450E4ED-390B-405E-A4F7-4020659C42A7}" sibTransId="{C31064F9-293B-46CE-ABD4-C73E3F7563F7}"/>
    <dgm:cxn modelId="{94548144-A439-4A54-8454-FC2BCFB32A59}" type="presOf" srcId="{17393373-6054-47F0-94EB-3D0F06C0BA27}" destId="{D93795F8-5E56-4679-A09A-8007550AF54F}" srcOrd="0" destOrd="0" presId="urn:microsoft.com/office/officeart/2008/layout/VerticalCurvedList"/>
    <dgm:cxn modelId="{E539A782-6901-4062-8C71-2EC6999CB0C7}" type="presOf" srcId="{ED3B1703-2A8B-464B-BAAC-8C52B375061A}" destId="{C3568395-CFEF-4A2E-B428-FD2B65E51B60}" srcOrd="0" destOrd="0" presId="urn:microsoft.com/office/officeart/2008/layout/VerticalCurvedList"/>
    <dgm:cxn modelId="{9AC321B0-8F3C-402D-9337-80D18513C1F4}" type="presOf" srcId="{FFB549D0-EFA3-4F47-9652-A4D2DD3AC54F}" destId="{3A16A92C-EFAB-4D90-95E2-B6127872428B}" srcOrd="0" destOrd="0" presId="urn:microsoft.com/office/officeart/2008/layout/VerticalCurvedList"/>
    <dgm:cxn modelId="{ED44F8D1-E92E-4C7A-892D-089F13EF9407}" type="presOf" srcId="{806654CB-1D53-4DF3-B5E3-A2B085CD777E}" destId="{BC504CD0-E462-4F75-A5E8-7D55C35B653A}" srcOrd="0" destOrd="0" presId="urn:microsoft.com/office/officeart/2008/layout/VerticalCurvedList"/>
    <dgm:cxn modelId="{343470EB-0698-418E-BC6E-CB7F85B0C1CD}" srcId="{17393373-6054-47F0-94EB-3D0F06C0BA27}" destId="{ED3B1703-2A8B-464B-BAAC-8C52B375061A}" srcOrd="1" destOrd="0" parTransId="{02BA40CF-08F3-4104-A342-1D7BF24591BB}" sibTransId="{CF8D779E-ABDA-4624-A472-988B79F42A8F}"/>
    <dgm:cxn modelId="{607E13C5-F51A-475B-BE9A-6C3D52A93EF9}" type="presParOf" srcId="{D93795F8-5E56-4679-A09A-8007550AF54F}" destId="{336DBBA6-6425-4710-86A9-69A8E416C134}" srcOrd="0" destOrd="0" presId="urn:microsoft.com/office/officeart/2008/layout/VerticalCurvedList"/>
    <dgm:cxn modelId="{D3133A7D-7F5E-43EB-8B28-588365C61CBA}" type="presParOf" srcId="{336DBBA6-6425-4710-86A9-69A8E416C134}" destId="{C48C867B-CC09-484E-89F0-63EA89CC610C}" srcOrd="0" destOrd="0" presId="urn:microsoft.com/office/officeart/2008/layout/VerticalCurvedList"/>
    <dgm:cxn modelId="{B8C9ED6E-E5FE-48C9-8F80-371380D5C8DD}" type="presParOf" srcId="{C48C867B-CC09-484E-89F0-63EA89CC610C}" destId="{88A55B09-5D4C-4E12-A560-D74027FCE11E}" srcOrd="0" destOrd="0" presId="urn:microsoft.com/office/officeart/2008/layout/VerticalCurvedList"/>
    <dgm:cxn modelId="{FCE8B7D8-8D96-48FD-84F9-151A7242763A}" type="presParOf" srcId="{C48C867B-CC09-484E-89F0-63EA89CC610C}" destId="{3A16A92C-EFAB-4D90-95E2-B6127872428B}" srcOrd="1" destOrd="0" presId="urn:microsoft.com/office/officeart/2008/layout/VerticalCurvedList"/>
    <dgm:cxn modelId="{712B00F9-9F22-4B50-A058-1AFA1D4C1167}" type="presParOf" srcId="{C48C867B-CC09-484E-89F0-63EA89CC610C}" destId="{93447306-9543-4542-B57F-D028741D57FD}" srcOrd="2" destOrd="0" presId="urn:microsoft.com/office/officeart/2008/layout/VerticalCurvedList"/>
    <dgm:cxn modelId="{F0098C27-B627-4AED-9516-F59DBEC2A618}" type="presParOf" srcId="{C48C867B-CC09-484E-89F0-63EA89CC610C}" destId="{496078D1-BBC1-46D4-95B7-0E3B77B31A16}" srcOrd="3" destOrd="0" presId="urn:microsoft.com/office/officeart/2008/layout/VerticalCurvedList"/>
    <dgm:cxn modelId="{C71EBBC1-3477-4E4E-9DF2-90845A149FCE}" type="presParOf" srcId="{336DBBA6-6425-4710-86A9-69A8E416C134}" destId="{9E776394-F8CC-4A93-85DF-568588E331E1}" srcOrd="1" destOrd="0" presId="urn:microsoft.com/office/officeart/2008/layout/VerticalCurvedList"/>
    <dgm:cxn modelId="{FC193606-A8BA-4FF6-867D-82FA1BB6F7F9}" type="presParOf" srcId="{336DBBA6-6425-4710-86A9-69A8E416C134}" destId="{C936127C-094B-485A-BEF9-7515F7D8A987}" srcOrd="2" destOrd="0" presId="urn:microsoft.com/office/officeart/2008/layout/VerticalCurvedList"/>
    <dgm:cxn modelId="{6F5CB5B2-C0B3-4858-9245-254433EE4988}" type="presParOf" srcId="{C936127C-094B-485A-BEF9-7515F7D8A987}" destId="{2042BB70-E5E2-498D-B210-D881423BC513}" srcOrd="0" destOrd="0" presId="urn:microsoft.com/office/officeart/2008/layout/VerticalCurvedList"/>
    <dgm:cxn modelId="{D315CC54-D680-46BD-B3A0-E38DE524100C}" type="presParOf" srcId="{336DBBA6-6425-4710-86A9-69A8E416C134}" destId="{C3568395-CFEF-4A2E-B428-FD2B65E51B60}" srcOrd="3" destOrd="0" presId="urn:microsoft.com/office/officeart/2008/layout/VerticalCurvedList"/>
    <dgm:cxn modelId="{5198B72E-73F2-4A2F-8290-B368A8631E42}" type="presParOf" srcId="{336DBBA6-6425-4710-86A9-69A8E416C134}" destId="{84497CDF-5932-44A7-BED9-2F36B7BDB416}" srcOrd="4" destOrd="0" presId="urn:microsoft.com/office/officeart/2008/layout/VerticalCurvedList"/>
    <dgm:cxn modelId="{33729470-1BA0-4897-82F0-606119CFA01F}" type="presParOf" srcId="{84497CDF-5932-44A7-BED9-2F36B7BDB416}" destId="{51BFA304-FFF8-4357-BD02-8616E69D2D2D}" srcOrd="0" destOrd="0" presId="urn:microsoft.com/office/officeart/2008/layout/VerticalCurvedList"/>
    <dgm:cxn modelId="{76354C50-5DBA-4B95-A06F-769A9E861F37}" type="presParOf" srcId="{336DBBA6-6425-4710-86A9-69A8E416C134}" destId="{BC504CD0-E462-4F75-A5E8-7D55C35B653A}" srcOrd="5" destOrd="0" presId="urn:microsoft.com/office/officeart/2008/layout/VerticalCurvedList"/>
    <dgm:cxn modelId="{9B2EB3F2-B397-4804-8390-E5FBD3229255}" type="presParOf" srcId="{336DBBA6-6425-4710-86A9-69A8E416C134}" destId="{04F50AFC-33F1-42F2-8312-74D8D956CFD4}" srcOrd="6" destOrd="0" presId="urn:microsoft.com/office/officeart/2008/layout/VerticalCurvedList"/>
    <dgm:cxn modelId="{49DFD143-EEA6-43C0-972C-CB6EA87D2617}" type="presParOf" srcId="{04F50AFC-33F1-42F2-8312-74D8D956CFD4}" destId="{D136A89D-F98F-4E85-8AC0-756F2CB2E33E}"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955A9C2-8985-4D35-B7CC-FDC0CEA2079C}" type="doc">
      <dgm:prSet loTypeId="urn:microsoft.com/office/officeart/2005/8/layout/process4" loCatId="list" qsTypeId="urn:microsoft.com/office/officeart/2005/8/quickstyle/simple1" qsCatId="simple" csTypeId="urn:microsoft.com/office/officeart/2005/8/colors/accent1_2" csCatId="accent1" phldr="1"/>
      <dgm:spPr/>
      <dgm:t>
        <a:bodyPr/>
        <a:lstStyle/>
        <a:p>
          <a:endParaRPr lang="es-ES"/>
        </a:p>
      </dgm:t>
    </dgm:pt>
    <dgm:pt modelId="{778F6345-8B8D-4A65-8AB6-00927B7BACF3}">
      <dgm:prSet phldrT="[Texto]"/>
      <dgm:spPr/>
      <dgm:t>
        <a:bodyPr/>
        <a:lstStyle/>
        <a:p>
          <a:pPr>
            <a:buNone/>
          </a:pPr>
          <a:r>
            <a:rPr lang="es-ES" b="1" i="0" dirty="0"/>
            <a:t>Escalado de Datos</a:t>
          </a:r>
          <a:endParaRPr lang="es-ES" dirty="0"/>
        </a:p>
      </dgm:t>
    </dgm:pt>
    <dgm:pt modelId="{FF2D2BD7-A1D3-4170-B5B4-C90C12505C08}" type="parTrans" cxnId="{7F8D2A33-7D7C-490A-92DF-4E15D1E8E9FB}">
      <dgm:prSet/>
      <dgm:spPr/>
      <dgm:t>
        <a:bodyPr/>
        <a:lstStyle/>
        <a:p>
          <a:endParaRPr lang="es-ES"/>
        </a:p>
      </dgm:t>
    </dgm:pt>
    <dgm:pt modelId="{C09CB2A4-0218-4C4D-92EF-0D1BC73E631B}" type="sibTrans" cxnId="{7F8D2A33-7D7C-490A-92DF-4E15D1E8E9FB}">
      <dgm:prSet/>
      <dgm:spPr/>
      <dgm:t>
        <a:bodyPr/>
        <a:lstStyle/>
        <a:p>
          <a:endParaRPr lang="es-ES"/>
        </a:p>
      </dgm:t>
    </dgm:pt>
    <dgm:pt modelId="{0FAE4673-30E4-486D-BD7C-D732F944AFF9}">
      <dgm:prSet phldrT="[Texto]"/>
      <dgm:spPr/>
      <dgm:t>
        <a:bodyPr/>
        <a:lstStyle/>
        <a:p>
          <a:pPr algn="l">
            <a:buNone/>
          </a:pPr>
          <a:r>
            <a:rPr lang="es-ES" b="1" i="0" dirty="0"/>
            <a:t>El Problema:</a:t>
          </a:r>
          <a:r>
            <a:rPr lang="es-ES" b="0" i="0" dirty="0"/>
            <a:t> Variables grandes opacaban a las pequeñas.</a:t>
          </a:r>
          <a:endParaRPr lang="es-ES" dirty="0"/>
        </a:p>
      </dgm:t>
    </dgm:pt>
    <dgm:pt modelId="{D5ED75C6-C249-48DB-BF86-B05AFAA9A918}" type="parTrans" cxnId="{AE37361D-04E2-4BA0-96A4-39ABAA9A0A43}">
      <dgm:prSet/>
      <dgm:spPr/>
      <dgm:t>
        <a:bodyPr/>
        <a:lstStyle/>
        <a:p>
          <a:endParaRPr lang="es-ES"/>
        </a:p>
      </dgm:t>
    </dgm:pt>
    <dgm:pt modelId="{689B54D2-787E-4417-BF3C-FC6C891DD54E}" type="sibTrans" cxnId="{AE37361D-04E2-4BA0-96A4-39ABAA9A0A43}">
      <dgm:prSet/>
      <dgm:spPr/>
      <dgm:t>
        <a:bodyPr/>
        <a:lstStyle/>
        <a:p>
          <a:endParaRPr lang="es-ES"/>
        </a:p>
      </dgm:t>
    </dgm:pt>
    <dgm:pt modelId="{65566A13-BC8C-49A6-99CA-6480176B7065}">
      <dgm:prSet phldrT="[Texto]"/>
      <dgm:spPr/>
      <dgm:t>
        <a:bodyPr/>
        <a:lstStyle/>
        <a:p>
          <a:pPr algn="just">
            <a:buNone/>
          </a:pPr>
          <a:r>
            <a:rPr lang="es-ES" b="1" i="0" dirty="0"/>
            <a:t>Solución:</a:t>
          </a:r>
          <a:r>
            <a:rPr lang="es-ES" b="0" i="0" dirty="0"/>
            <a:t> Normalización. Ahora el modelo da la misma importancia a todas las </a:t>
          </a:r>
          <a:r>
            <a:rPr lang="es-ES" b="0" i="0" dirty="0" err="1"/>
            <a:t>features</a:t>
          </a:r>
          <a:r>
            <a:rPr lang="es-ES" b="0" i="0" dirty="0"/>
            <a:t>, basándose en varianza y no en magnitud.</a:t>
          </a:r>
          <a:endParaRPr lang="es-ES" dirty="0"/>
        </a:p>
      </dgm:t>
    </dgm:pt>
    <dgm:pt modelId="{079BC3B4-B925-467B-90B2-AC8A909728ED}" type="parTrans" cxnId="{E38E6C45-A658-44B4-917B-D6CDC1650913}">
      <dgm:prSet/>
      <dgm:spPr/>
      <dgm:t>
        <a:bodyPr/>
        <a:lstStyle/>
        <a:p>
          <a:endParaRPr lang="es-ES"/>
        </a:p>
      </dgm:t>
    </dgm:pt>
    <dgm:pt modelId="{D1C791C9-9222-43E0-82CB-C146993B126E}" type="sibTrans" cxnId="{E38E6C45-A658-44B4-917B-D6CDC1650913}">
      <dgm:prSet/>
      <dgm:spPr/>
      <dgm:t>
        <a:bodyPr/>
        <a:lstStyle/>
        <a:p>
          <a:endParaRPr lang="es-ES"/>
        </a:p>
      </dgm:t>
    </dgm:pt>
    <dgm:pt modelId="{46FF7239-6B07-4E1B-9FE2-F54E544401AA}">
      <dgm:prSet phldrT="[Texto]"/>
      <dgm:spPr/>
      <dgm:t>
        <a:bodyPr/>
        <a:lstStyle/>
        <a:p>
          <a:pPr>
            <a:buNone/>
          </a:pPr>
          <a:r>
            <a:rPr lang="es-ES" b="1" i="0" dirty="0"/>
            <a:t>Selección de </a:t>
          </a:r>
          <a:r>
            <a:rPr lang="es-ES" b="1" i="0" dirty="0" err="1"/>
            <a:t>Features</a:t>
          </a:r>
          <a:endParaRPr lang="es-ES" dirty="0"/>
        </a:p>
      </dgm:t>
    </dgm:pt>
    <dgm:pt modelId="{DA815A44-EA12-4713-B70C-3A8ED3E7ACBE}" type="parTrans" cxnId="{3B4CBC5A-A242-4C74-9B6C-6335CD8A4B15}">
      <dgm:prSet/>
      <dgm:spPr/>
      <dgm:t>
        <a:bodyPr/>
        <a:lstStyle/>
        <a:p>
          <a:endParaRPr lang="es-ES"/>
        </a:p>
      </dgm:t>
    </dgm:pt>
    <dgm:pt modelId="{C6FEE3AF-0A2F-480F-A461-1EDBBFC502A2}" type="sibTrans" cxnId="{3B4CBC5A-A242-4C74-9B6C-6335CD8A4B15}">
      <dgm:prSet/>
      <dgm:spPr/>
      <dgm:t>
        <a:bodyPr/>
        <a:lstStyle/>
        <a:p>
          <a:endParaRPr lang="es-ES"/>
        </a:p>
      </dgm:t>
    </dgm:pt>
    <dgm:pt modelId="{4313D162-26B6-483E-9066-9187FF4311EB}">
      <dgm:prSet phldrT="[Texto]"/>
      <dgm:spPr/>
      <dgm:t>
        <a:bodyPr/>
        <a:lstStyle/>
        <a:p>
          <a:pPr algn="l">
            <a:buNone/>
          </a:pPr>
          <a:r>
            <a:rPr lang="es-ES" b="1" i="0" dirty="0"/>
            <a:t>El Problema:</a:t>
          </a:r>
          <a:r>
            <a:rPr lang="es-ES" b="0" i="0" dirty="0"/>
            <a:t> Ruido por exceso de datos.</a:t>
          </a:r>
          <a:endParaRPr lang="es-ES" dirty="0"/>
        </a:p>
      </dgm:t>
    </dgm:pt>
    <dgm:pt modelId="{47C80F82-E459-4323-BA6B-E2D04AE0CF2E}" type="parTrans" cxnId="{7059EEDA-67E5-4F2D-81CE-AA824B1B3BF6}">
      <dgm:prSet/>
      <dgm:spPr/>
      <dgm:t>
        <a:bodyPr/>
        <a:lstStyle/>
        <a:p>
          <a:endParaRPr lang="es-ES"/>
        </a:p>
      </dgm:t>
    </dgm:pt>
    <dgm:pt modelId="{CD1BA969-424D-46EB-B058-44A8AA28A722}" type="sibTrans" cxnId="{7059EEDA-67E5-4F2D-81CE-AA824B1B3BF6}">
      <dgm:prSet/>
      <dgm:spPr/>
      <dgm:t>
        <a:bodyPr/>
        <a:lstStyle/>
        <a:p>
          <a:endParaRPr lang="es-ES"/>
        </a:p>
      </dgm:t>
    </dgm:pt>
    <dgm:pt modelId="{412EBBE8-DFCA-4576-BCB0-2CDCD18B8AF2}">
      <dgm:prSet phldrT="[Texto]"/>
      <dgm:spPr/>
      <dgm:t>
        <a:bodyPr/>
        <a:lstStyle/>
        <a:p>
          <a:pPr algn="just">
            <a:buNone/>
          </a:pPr>
          <a:r>
            <a:rPr lang="es-ES" b="1" i="0" dirty="0"/>
            <a:t>Solución:</a:t>
          </a:r>
          <a:r>
            <a:rPr lang="es-ES" b="0" i="0" dirty="0"/>
            <a:t> Implementamos funciones automáticas para conservar solo las variables predictivas y descartar el ruido.</a:t>
          </a:r>
          <a:endParaRPr lang="es-ES" dirty="0"/>
        </a:p>
      </dgm:t>
    </dgm:pt>
    <dgm:pt modelId="{B3EA25F6-4722-413E-91BC-65EE786C473A}" type="parTrans" cxnId="{52F9818B-250F-45E8-ADB5-0CEFE25B5AF0}">
      <dgm:prSet/>
      <dgm:spPr/>
      <dgm:t>
        <a:bodyPr/>
        <a:lstStyle/>
        <a:p>
          <a:endParaRPr lang="es-ES"/>
        </a:p>
      </dgm:t>
    </dgm:pt>
    <dgm:pt modelId="{C172EDD9-36CC-445C-A672-E1BDE434A364}" type="sibTrans" cxnId="{52F9818B-250F-45E8-ADB5-0CEFE25B5AF0}">
      <dgm:prSet/>
      <dgm:spPr/>
      <dgm:t>
        <a:bodyPr/>
        <a:lstStyle/>
        <a:p>
          <a:endParaRPr lang="es-ES"/>
        </a:p>
      </dgm:t>
    </dgm:pt>
    <dgm:pt modelId="{7338FC09-F5AB-4BCD-B401-9259473CAD47}">
      <dgm:prSet phldrT="[Texto]"/>
      <dgm:spPr/>
      <dgm:t>
        <a:bodyPr/>
        <a:lstStyle/>
        <a:p>
          <a:pPr>
            <a:buNone/>
          </a:pPr>
          <a:r>
            <a:rPr lang="es-ES" b="1" i="0" dirty="0"/>
            <a:t>Pipeline Robusto</a:t>
          </a:r>
          <a:endParaRPr lang="es-ES" dirty="0"/>
        </a:p>
      </dgm:t>
    </dgm:pt>
    <dgm:pt modelId="{83A9B027-528E-4DDF-9916-64E62A74FD45}" type="parTrans" cxnId="{AC52AED2-EA6B-493F-9AFB-1B879166CFD3}">
      <dgm:prSet/>
      <dgm:spPr/>
      <dgm:t>
        <a:bodyPr/>
        <a:lstStyle/>
        <a:p>
          <a:endParaRPr lang="es-ES"/>
        </a:p>
      </dgm:t>
    </dgm:pt>
    <dgm:pt modelId="{20218597-3B6E-48F7-AEDC-A3DA6051902F}" type="sibTrans" cxnId="{AC52AED2-EA6B-493F-9AFB-1B879166CFD3}">
      <dgm:prSet/>
      <dgm:spPr/>
      <dgm:t>
        <a:bodyPr/>
        <a:lstStyle/>
        <a:p>
          <a:endParaRPr lang="es-ES"/>
        </a:p>
      </dgm:t>
    </dgm:pt>
    <dgm:pt modelId="{065EA078-A1CE-4218-AB7F-EE2CC9994B31}">
      <dgm:prSet phldrT="[Texto]" phldr="0"/>
      <dgm:spPr/>
      <dgm:t>
        <a:bodyPr/>
        <a:lstStyle/>
        <a:p>
          <a:pPr algn="l"/>
          <a:r>
            <a:rPr lang="es-ES" b="1" dirty="0"/>
            <a:t>El Problema: </a:t>
          </a:r>
          <a:r>
            <a:rPr lang="es-ES" dirty="0"/>
            <a:t>Fuga de datos</a:t>
          </a:r>
        </a:p>
      </dgm:t>
    </dgm:pt>
    <dgm:pt modelId="{C0EB15D5-1D44-4F54-A0F0-AFA5E65AD74A}" type="parTrans" cxnId="{16ECDEE0-A35D-4906-9CF0-E7EDC6652641}">
      <dgm:prSet/>
      <dgm:spPr/>
      <dgm:t>
        <a:bodyPr/>
        <a:lstStyle/>
        <a:p>
          <a:endParaRPr lang="es-ES"/>
        </a:p>
      </dgm:t>
    </dgm:pt>
    <dgm:pt modelId="{FF482D00-22EB-4145-9442-6F1A7D0C3520}" type="sibTrans" cxnId="{16ECDEE0-A35D-4906-9CF0-E7EDC6652641}">
      <dgm:prSet/>
      <dgm:spPr/>
      <dgm:t>
        <a:bodyPr/>
        <a:lstStyle/>
        <a:p>
          <a:endParaRPr lang="es-ES"/>
        </a:p>
      </dgm:t>
    </dgm:pt>
    <dgm:pt modelId="{1A1CEEF0-A68E-4705-9E3F-D067985C6F86}">
      <dgm:prSet phldrT="[Texto]"/>
      <dgm:spPr/>
      <dgm:t>
        <a:bodyPr/>
        <a:lstStyle/>
        <a:p>
          <a:pPr algn="just">
            <a:buNone/>
          </a:pPr>
          <a:r>
            <a:rPr lang="es-ES" b="1" i="0" dirty="0"/>
            <a:t>Solución</a:t>
          </a:r>
          <a:r>
            <a:rPr lang="es-ES" b="0" i="0" dirty="0"/>
            <a:t>: Todo esto ocurre automáticamente en un </a:t>
          </a:r>
          <a:r>
            <a:rPr lang="es-ES" b="1" i="0" dirty="0"/>
            <a:t>Pipeline Integrado</a:t>
          </a:r>
          <a:r>
            <a:rPr lang="es-ES" b="0" i="0" dirty="0"/>
            <a:t>. No hay pasos manuales; la limpieza y selección son parte del flujo de predicción.</a:t>
          </a:r>
          <a:endParaRPr lang="es-ES" dirty="0"/>
        </a:p>
      </dgm:t>
    </dgm:pt>
    <dgm:pt modelId="{321EDEB3-C373-4AF4-ACEE-6F1F3C23557A}" type="parTrans" cxnId="{2EFC6E65-261F-4A72-B407-81A2B3D026C4}">
      <dgm:prSet/>
      <dgm:spPr/>
      <dgm:t>
        <a:bodyPr/>
        <a:lstStyle/>
        <a:p>
          <a:endParaRPr lang="es-ES"/>
        </a:p>
      </dgm:t>
    </dgm:pt>
    <dgm:pt modelId="{7AE3572C-AC5E-4387-8BCF-4BF1911C8FD2}" type="sibTrans" cxnId="{2EFC6E65-261F-4A72-B407-81A2B3D026C4}">
      <dgm:prSet/>
      <dgm:spPr/>
      <dgm:t>
        <a:bodyPr/>
        <a:lstStyle/>
        <a:p>
          <a:endParaRPr lang="es-ES"/>
        </a:p>
      </dgm:t>
    </dgm:pt>
    <dgm:pt modelId="{D08804E7-2E5B-47AC-9006-C98F44298E13}" type="pres">
      <dgm:prSet presAssocID="{E955A9C2-8985-4D35-B7CC-FDC0CEA2079C}" presName="Name0" presStyleCnt="0">
        <dgm:presLayoutVars>
          <dgm:dir/>
          <dgm:animLvl val="lvl"/>
          <dgm:resizeHandles val="exact"/>
        </dgm:presLayoutVars>
      </dgm:prSet>
      <dgm:spPr/>
    </dgm:pt>
    <dgm:pt modelId="{6D9173BF-343B-4C28-8D27-98C41503A034}" type="pres">
      <dgm:prSet presAssocID="{7338FC09-F5AB-4BCD-B401-9259473CAD47}" presName="boxAndChildren" presStyleCnt="0"/>
      <dgm:spPr/>
    </dgm:pt>
    <dgm:pt modelId="{0D67F044-974C-42D9-828D-C890C4989383}" type="pres">
      <dgm:prSet presAssocID="{7338FC09-F5AB-4BCD-B401-9259473CAD47}" presName="parentTextBox" presStyleLbl="node1" presStyleIdx="0" presStyleCnt="3"/>
      <dgm:spPr/>
    </dgm:pt>
    <dgm:pt modelId="{65626FC7-9A4A-4821-BA45-F6948B67A3EA}" type="pres">
      <dgm:prSet presAssocID="{7338FC09-F5AB-4BCD-B401-9259473CAD47}" presName="entireBox" presStyleLbl="node1" presStyleIdx="0" presStyleCnt="3"/>
      <dgm:spPr/>
    </dgm:pt>
    <dgm:pt modelId="{0A82D08C-A1F4-481F-A9B0-0C04ACCE66C6}" type="pres">
      <dgm:prSet presAssocID="{7338FC09-F5AB-4BCD-B401-9259473CAD47}" presName="descendantBox" presStyleCnt="0"/>
      <dgm:spPr/>
    </dgm:pt>
    <dgm:pt modelId="{3D488B36-0DFC-488B-9695-F24E851B730C}" type="pres">
      <dgm:prSet presAssocID="{065EA078-A1CE-4218-AB7F-EE2CC9994B31}" presName="childTextBox" presStyleLbl="fgAccFollowNode1" presStyleIdx="0" presStyleCnt="6">
        <dgm:presLayoutVars>
          <dgm:bulletEnabled val="1"/>
        </dgm:presLayoutVars>
      </dgm:prSet>
      <dgm:spPr/>
    </dgm:pt>
    <dgm:pt modelId="{6C2A4F8D-0E74-49EB-B469-A00075700F92}" type="pres">
      <dgm:prSet presAssocID="{1A1CEEF0-A68E-4705-9E3F-D067985C6F86}" presName="childTextBox" presStyleLbl="fgAccFollowNode1" presStyleIdx="1" presStyleCnt="6">
        <dgm:presLayoutVars>
          <dgm:bulletEnabled val="1"/>
        </dgm:presLayoutVars>
      </dgm:prSet>
      <dgm:spPr/>
    </dgm:pt>
    <dgm:pt modelId="{5A91F2A4-4526-4993-95A7-71CFFC8A0056}" type="pres">
      <dgm:prSet presAssocID="{C6FEE3AF-0A2F-480F-A461-1EDBBFC502A2}" presName="sp" presStyleCnt="0"/>
      <dgm:spPr/>
    </dgm:pt>
    <dgm:pt modelId="{78D5073E-6D7A-496E-8E0F-E5BC4DAF2620}" type="pres">
      <dgm:prSet presAssocID="{46FF7239-6B07-4E1B-9FE2-F54E544401AA}" presName="arrowAndChildren" presStyleCnt="0"/>
      <dgm:spPr/>
    </dgm:pt>
    <dgm:pt modelId="{8C4E081A-4D74-4F25-AEC5-D51C5B3C713A}" type="pres">
      <dgm:prSet presAssocID="{46FF7239-6B07-4E1B-9FE2-F54E544401AA}" presName="parentTextArrow" presStyleLbl="node1" presStyleIdx="0" presStyleCnt="3"/>
      <dgm:spPr/>
    </dgm:pt>
    <dgm:pt modelId="{620E97E2-3706-4A5A-BE3D-165D27429806}" type="pres">
      <dgm:prSet presAssocID="{46FF7239-6B07-4E1B-9FE2-F54E544401AA}" presName="arrow" presStyleLbl="node1" presStyleIdx="1" presStyleCnt="3"/>
      <dgm:spPr/>
    </dgm:pt>
    <dgm:pt modelId="{7AD7CCF4-2142-4F8B-A37E-E09F3351B560}" type="pres">
      <dgm:prSet presAssocID="{46FF7239-6B07-4E1B-9FE2-F54E544401AA}" presName="descendantArrow" presStyleCnt="0"/>
      <dgm:spPr/>
    </dgm:pt>
    <dgm:pt modelId="{B82D5077-547A-4863-A184-1F2D6DF98813}" type="pres">
      <dgm:prSet presAssocID="{4313D162-26B6-483E-9066-9187FF4311EB}" presName="childTextArrow" presStyleLbl="fgAccFollowNode1" presStyleIdx="2" presStyleCnt="6">
        <dgm:presLayoutVars>
          <dgm:bulletEnabled val="1"/>
        </dgm:presLayoutVars>
      </dgm:prSet>
      <dgm:spPr/>
    </dgm:pt>
    <dgm:pt modelId="{13472FBA-E61F-4389-BEAE-E647FD6154C3}" type="pres">
      <dgm:prSet presAssocID="{412EBBE8-DFCA-4576-BCB0-2CDCD18B8AF2}" presName="childTextArrow" presStyleLbl="fgAccFollowNode1" presStyleIdx="3" presStyleCnt="6">
        <dgm:presLayoutVars>
          <dgm:bulletEnabled val="1"/>
        </dgm:presLayoutVars>
      </dgm:prSet>
      <dgm:spPr/>
    </dgm:pt>
    <dgm:pt modelId="{CC0B313B-345B-43D0-9F5A-6B3DF3BD087C}" type="pres">
      <dgm:prSet presAssocID="{C09CB2A4-0218-4C4D-92EF-0D1BC73E631B}" presName="sp" presStyleCnt="0"/>
      <dgm:spPr/>
    </dgm:pt>
    <dgm:pt modelId="{50CE7A67-920E-4C4B-82A0-1A6C26FFCF1A}" type="pres">
      <dgm:prSet presAssocID="{778F6345-8B8D-4A65-8AB6-00927B7BACF3}" presName="arrowAndChildren" presStyleCnt="0"/>
      <dgm:spPr/>
    </dgm:pt>
    <dgm:pt modelId="{9323460A-0653-4DA9-9AAE-A2B0917D3A0E}" type="pres">
      <dgm:prSet presAssocID="{778F6345-8B8D-4A65-8AB6-00927B7BACF3}" presName="parentTextArrow" presStyleLbl="node1" presStyleIdx="1" presStyleCnt="3"/>
      <dgm:spPr/>
    </dgm:pt>
    <dgm:pt modelId="{93A3512E-701F-40F8-8E71-64BA2F5B67B1}" type="pres">
      <dgm:prSet presAssocID="{778F6345-8B8D-4A65-8AB6-00927B7BACF3}" presName="arrow" presStyleLbl="node1" presStyleIdx="2" presStyleCnt="3"/>
      <dgm:spPr/>
    </dgm:pt>
    <dgm:pt modelId="{7F3F5D22-F9FB-4841-930A-E257957C6458}" type="pres">
      <dgm:prSet presAssocID="{778F6345-8B8D-4A65-8AB6-00927B7BACF3}" presName="descendantArrow" presStyleCnt="0"/>
      <dgm:spPr/>
    </dgm:pt>
    <dgm:pt modelId="{413471BA-54A1-4AAE-AD63-3F0AB5707CC7}" type="pres">
      <dgm:prSet presAssocID="{0FAE4673-30E4-486D-BD7C-D732F944AFF9}" presName="childTextArrow" presStyleLbl="fgAccFollowNode1" presStyleIdx="4" presStyleCnt="6">
        <dgm:presLayoutVars>
          <dgm:bulletEnabled val="1"/>
        </dgm:presLayoutVars>
      </dgm:prSet>
      <dgm:spPr/>
    </dgm:pt>
    <dgm:pt modelId="{D3512E71-1488-496C-8C6C-B8F47D59CAD7}" type="pres">
      <dgm:prSet presAssocID="{65566A13-BC8C-49A6-99CA-6480176B7065}" presName="childTextArrow" presStyleLbl="fgAccFollowNode1" presStyleIdx="5" presStyleCnt="6">
        <dgm:presLayoutVars>
          <dgm:bulletEnabled val="1"/>
        </dgm:presLayoutVars>
      </dgm:prSet>
      <dgm:spPr/>
    </dgm:pt>
  </dgm:ptLst>
  <dgm:cxnLst>
    <dgm:cxn modelId="{F3BC8206-D7BD-4609-B8D2-17E1A12453AF}" type="presOf" srcId="{1A1CEEF0-A68E-4705-9E3F-D067985C6F86}" destId="{6C2A4F8D-0E74-49EB-B469-A00075700F92}" srcOrd="0" destOrd="0" presId="urn:microsoft.com/office/officeart/2005/8/layout/process4"/>
    <dgm:cxn modelId="{AE37361D-04E2-4BA0-96A4-39ABAA9A0A43}" srcId="{778F6345-8B8D-4A65-8AB6-00927B7BACF3}" destId="{0FAE4673-30E4-486D-BD7C-D732F944AFF9}" srcOrd="0" destOrd="0" parTransId="{D5ED75C6-C249-48DB-BF86-B05AFAA9A918}" sibTransId="{689B54D2-787E-4417-BF3C-FC6C891DD54E}"/>
    <dgm:cxn modelId="{08C5E929-C1AC-468D-AB85-3F6D3590F918}" type="presOf" srcId="{7338FC09-F5AB-4BCD-B401-9259473CAD47}" destId="{65626FC7-9A4A-4821-BA45-F6948B67A3EA}" srcOrd="1" destOrd="0" presId="urn:microsoft.com/office/officeart/2005/8/layout/process4"/>
    <dgm:cxn modelId="{AC7D172D-9AD5-4B28-9B62-A695AFA709A2}" type="presOf" srcId="{46FF7239-6B07-4E1B-9FE2-F54E544401AA}" destId="{8C4E081A-4D74-4F25-AEC5-D51C5B3C713A}" srcOrd="0" destOrd="0" presId="urn:microsoft.com/office/officeart/2005/8/layout/process4"/>
    <dgm:cxn modelId="{6079732D-E3F1-48FC-A6B3-92E57F796B1C}" type="presOf" srcId="{46FF7239-6B07-4E1B-9FE2-F54E544401AA}" destId="{620E97E2-3706-4A5A-BE3D-165D27429806}" srcOrd="1" destOrd="0" presId="urn:microsoft.com/office/officeart/2005/8/layout/process4"/>
    <dgm:cxn modelId="{CE3A922D-0105-455F-92FA-6F20287590C3}" type="presOf" srcId="{65566A13-BC8C-49A6-99CA-6480176B7065}" destId="{D3512E71-1488-496C-8C6C-B8F47D59CAD7}" srcOrd="0" destOrd="0" presId="urn:microsoft.com/office/officeart/2005/8/layout/process4"/>
    <dgm:cxn modelId="{7F8D2A33-7D7C-490A-92DF-4E15D1E8E9FB}" srcId="{E955A9C2-8985-4D35-B7CC-FDC0CEA2079C}" destId="{778F6345-8B8D-4A65-8AB6-00927B7BACF3}" srcOrd="0" destOrd="0" parTransId="{FF2D2BD7-A1D3-4170-B5B4-C90C12505C08}" sibTransId="{C09CB2A4-0218-4C4D-92EF-0D1BC73E631B}"/>
    <dgm:cxn modelId="{E38E6C45-A658-44B4-917B-D6CDC1650913}" srcId="{778F6345-8B8D-4A65-8AB6-00927B7BACF3}" destId="{65566A13-BC8C-49A6-99CA-6480176B7065}" srcOrd="1" destOrd="0" parTransId="{079BC3B4-B925-467B-90B2-AC8A909728ED}" sibTransId="{D1C791C9-9222-43E0-82CB-C146993B126E}"/>
    <dgm:cxn modelId="{2EFC6E65-261F-4A72-B407-81A2B3D026C4}" srcId="{7338FC09-F5AB-4BCD-B401-9259473CAD47}" destId="{1A1CEEF0-A68E-4705-9E3F-D067985C6F86}" srcOrd="1" destOrd="0" parTransId="{321EDEB3-C373-4AF4-ACEE-6F1F3C23557A}" sibTransId="{7AE3572C-AC5E-4387-8BCF-4BF1911C8FD2}"/>
    <dgm:cxn modelId="{C390246E-D523-43D4-9B78-BA3FD336DD07}" type="presOf" srcId="{0FAE4673-30E4-486D-BD7C-D732F944AFF9}" destId="{413471BA-54A1-4AAE-AD63-3F0AB5707CC7}" srcOrd="0" destOrd="0" presId="urn:microsoft.com/office/officeart/2005/8/layout/process4"/>
    <dgm:cxn modelId="{8095EF72-094E-4E22-842C-97610FE91BEF}" type="presOf" srcId="{778F6345-8B8D-4A65-8AB6-00927B7BACF3}" destId="{9323460A-0653-4DA9-9AAE-A2B0917D3A0E}" srcOrd="0" destOrd="0" presId="urn:microsoft.com/office/officeart/2005/8/layout/process4"/>
    <dgm:cxn modelId="{3B4CBC5A-A242-4C74-9B6C-6335CD8A4B15}" srcId="{E955A9C2-8985-4D35-B7CC-FDC0CEA2079C}" destId="{46FF7239-6B07-4E1B-9FE2-F54E544401AA}" srcOrd="1" destOrd="0" parTransId="{DA815A44-EA12-4713-B70C-3A8ED3E7ACBE}" sibTransId="{C6FEE3AF-0A2F-480F-A461-1EDBBFC502A2}"/>
    <dgm:cxn modelId="{4C3B8D84-78EF-439F-BBA4-C0B4AA303739}" type="presOf" srcId="{E955A9C2-8985-4D35-B7CC-FDC0CEA2079C}" destId="{D08804E7-2E5B-47AC-9006-C98F44298E13}" srcOrd="0" destOrd="0" presId="urn:microsoft.com/office/officeart/2005/8/layout/process4"/>
    <dgm:cxn modelId="{16E6A386-A2DE-4A2D-B2CA-146E4516CBDF}" type="presOf" srcId="{065EA078-A1CE-4218-AB7F-EE2CC9994B31}" destId="{3D488B36-0DFC-488B-9695-F24E851B730C}" srcOrd="0" destOrd="0" presId="urn:microsoft.com/office/officeart/2005/8/layout/process4"/>
    <dgm:cxn modelId="{52F9818B-250F-45E8-ADB5-0CEFE25B5AF0}" srcId="{46FF7239-6B07-4E1B-9FE2-F54E544401AA}" destId="{412EBBE8-DFCA-4576-BCB0-2CDCD18B8AF2}" srcOrd="1" destOrd="0" parTransId="{B3EA25F6-4722-413E-91BC-65EE786C473A}" sibTransId="{C172EDD9-36CC-445C-A672-E1BDE434A364}"/>
    <dgm:cxn modelId="{0075E192-5BF9-4AD7-9781-C0D9A4367BAF}" type="presOf" srcId="{4313D162-26B6-483E-9066-9187FF4311EB}" destId="{B82D5077-547A-4863-A184-1F2D6DF98813}" srcOrd="0" destOrd="0" presId="urn:microsoft.com/office/officeart/2005/8/layout/process4"/>
    <dgm:cxn modelId="{2C82A2AD-65F7-4C30-A9A4-BAAC2E7C8608}" type="presOf" srcId="{778F6345-8B8D-4A65-8AB6-00927B7BACF3}" destId="{93A3512E-701F-40F8-8E71-64BA2F5B67B1}" srcOrd="1" destOrd="0" presId="urn:microsoft.com/office/officeart/2005/8/layout/process4"/>
    <dgm:cxn modelId="{7B2E41B2-4D9A-4654-8F2C-5572237E4435}" type="presOf" srcId="{412EBBE8-DFCA-4576-BCB0-2CDCD18B8AF2}" destId="{13472FBA-E61F-4389-BEAE-E647FD6154C3}" srcOrd="0" destOrd="0" presId="urn:microsoft.com/office/officeart/2005/8/layout/process4"/>
    <dgm:cxn modelId="{135702CA-D61D-46AB-908D-3EEEAE41C55D}" type="presOf" srcId="{7338FC09-F5AB-4BCD-B401-9259473CAD47}" destId="{0D67F044-974C-42D9-828D-C890C4989383}" srcOrd="0" destOrd="0" presId="urn:microsoft.com/office/officeart/2005/8/layout/process4"/>
    <dgm:cxn modelId="{AC52AED2-EA6B-493F-9AFB-1B879166CFD3}" srcId="{E955A9C2-8985-4D35-B7CC-FDC0CEA2079C}" destId="{7338FC09-F5AB-4BCD-B401-9259473CAD47}" srcOrd="2" destOrd="0" parTransId="{83A9B027-528E-4DDF-9916-64E62A74FD45}" sibTransId="{20218597-3B6E-48F7-AEDC-A3DA6051902F}"/>
    <dgm:cxn modelId="{7059EEDA-67E5-4F2D-81CE-AA824B1B3BF6}" srcId="{46FF7239-6B07-4E1B-9FE2-F54E544401AA}" destId="{4313D162-26B6-483E-9066-9187FF4311EB}" srcOrd="0" destOrd="0" parTransId="{47C80F82-E459-4323-BA6B-E2D04AE0CF2E}" sibTransId="{CD1BA969-424D-46EB-B058-44A8AA28A722}"/>
    <dgm:cxn modelId="{16ECDEE0-A35D-4906-9CF0-E7EDC6652641}" srcId="{7338FC09-F5AB-4BCD-B401-9259473CAD47}" destId="{065EA078-A1CE-4218-AB7F-EE2CC9994B31}" srcOrd="0" destOrd="0" parTransId="{C0EB15D5-1D44-4F54-A0F0-AFA5E65AD74A}" sibTransId="{FF482D00-22EB-4145-9442-6F1A7D0C3520}"/>
    <dgm:cxn modelId="{86594BB7-1EE8-4008-A938-5D7B168255A8}" type="presParOf" srcId="{D08804E7-2E5B-47AC-9006-C98F44298E13}" destId="{6D9173BF-343B-4C28-8D27-98C41503A034}" srcOrd="0" destOrd="0" presId="urn:microsoft.com/office/officeart/2005/8/layout/process4"/>
    <dgm:cxn modelId="{8CBAED2A-F8DB-4437-A011-16335292F8A5}" type="presParOf" srcId="{6D9173BF-343B-4C28-8D27-98C41503A034}" destId="{0D67F044-974C-42D9-828D-C890C4989383}" srcOrd="0" destOrd="0" presId="urn:microsoft.com/office/officeart/2005/8/layout/process4"/>
    <dgm:cxn modelId="{B4CCA2E0-A109-443E-B190-0D28BB400064}" type="presParOf" srcId="{6D9173BF-343B-4C28-8D27-98C41503A034}" destId="{65626FC7-9A4A-4821-BA45-F6948B67A3EA}" srcOrd="1" destOrd="0" presId="urn:microsoft.com/office/officeart/2005/8/layout/process4"/>
    <dgm:cxn modelId="{E5469EB6-492F-49C5-9F29-B20ADEEA7509}" type="presParOf" srcId="{6D9173BF-343B-4C28-8D27-98C41503A034}" destId="{0A82D08C-A1F4-481F-A9B0-0C04ACCE66C6}" srcOrd="2" destOrd="0" presId="urn:microsoft.com/office/officeart/2005/8/layout/process4"/>
    <dgm:cxn modelId="{D75569EE-E09D-4FC0-AAE1-9BA80034F019}" type="presParOf" srcId="{0A82D08C-A1F4-481F-A9B0-0C04ACCE66C6}" destId="{3D488B36-0DFC-488B-9695-F24E851B730C}" srcOrd="0" destOrd="0" presId="urn:microsoft.com/office/officeart/2005/8/layout/process4"/>
    <dgm:cxn modelId="{196D7DCB-1FC1-40B6-A314-9EDCC086BFF5}" type="presParOf" srcId="{0A82D08C-A1F4-481F-A9B0-0C04ACCE66C6}" destId="{6C2A4F8D-0E74-49EB-B469-A00075700F92}" srcOrd="1" destOrd="0" presId="urn:microsoft.com/office/officeart/2005/8/layout/process4"/>
    <dgm:cxn modelId="{3297CD99-F476-4D6F-A89E-10C31FE0F8A5}" type="presParOf" srcId="{D08804E7-2E5B-47AC-9006-C98F44298E13}" destId="{5A91F2A4-4526-4993-95A7-71CFFC8A0056}" srcOrd="1" destOrd="0" presId="urn:microsoft.com/office/officeart/2005/8/layout/process4"/>
    <dgm:cxn modelId="{B11C9820-037F-4C40-9C80-1C1A791B03F0}" type="presParOf" srcId="{D08804E7-2E5B-47AC-9006-C98F44298E13}" destId="{78D5073E-6D7A-496E-8E0F-E5BC4DAF2620}" srcOrd="2" destOrd="0" presId="urn:microsoft.com/office/officeart/2005/8/layout/process4"/>
    <dgm:cxn modelId="{F658B056-A2B5-42E7-83AF-3B89B50AEC16}" type="presParOf" srcId="{78D5073E-6D7A-496E-8E0F-E5BC4DAF2620}" destId="{8C4E081A-4D74-4F25-AEC5-D51C5B3C713A}" srcOrd="0" destOrd="0" presId="urn:microsoft.com/office/officeart/2005/8/layout/process4"/>
    <dgm:cxn modelId="{139BEF75-29CB-4D8C-A7AC-08A75D765634}" type="presParOf" srcId="{78D5073E-6D7A-496E-8E0F-E5BC4DAF2620}" destId="{620E97E2-3706-4A5A-BE3D-165D27429806}" srcOrd="1" destOrd="0" presId="urn:microsoft.com/office/officeart/2005/8/layout/process4"/>
    <dgm:cxn modelId="{E3F3ABB5-D1F8-4D76-A527-39B626CF9633}" type="presParOf" srcId="{78D5073E-6D7A-496E-8E0F-E5BC4DAF2620}" destId="{7AD7CCF4-2142-4F8B-A37E-E09F3351B560}" srcOrd="2" destOrd="0" presId="urn:microsoft.com/office/officeart/2005/8/layout/process4"/>
    <dgm:cxn modelId="{9F4A4644-E8E1-4B07-B2B2-E853CBAA2618}" type="presParOf" srcId="{7AD7CCF4-2142-4F8B-A37E-E09F3351B560}" destId="{B82D5077-547A-4863-A184-1F2D6DF98813}" srcOrd="0" destOrd="0" presId="urn:microsoft.com/office/officeart/2005/8/layout/process4"/>
    <dgm:cxn modelId="{62625577-B92B-4145-BFF3-3328D63E5A41}" type="presParOf" srcId="{7AD7CCF4-2142-4F8B-A37E-E09F3351B560}" destId="{13472FBA-E61F-4389-BEAE-E647FD6154C3}" srcOrd="1" destOrd="0" presId="urn:microsoft.com/office/officeart/2005/8/layout/process4"/>
    <dgm:cxn modelId="{0E935781-11AB-4341-8AB0-7D5644A8B23B}" type="presParOf" srcId="{D08804E7-2E5B-47AC-9006-C98F44298E13}" destId="{CC0B313B-345B-43D0-9F5A-6B3DF3BD087C}" srcOrd="3" destOrd="0" presId="urn:microsoft.com/office/officeart/2005/8/layout/process4"/>
    <dgm:cxn modelId="{7FF024E5-66DA-429B-9CFD-E9C5CDD54F65}" type="presParOf" srcId="{D08804E7-2E5B-47AC-9006-C98F44298E13}" destId="{50CE7A67-920E-4C4B-82A0-1A6C26FFCF1A}" srcOrd="4" destOrd="0" presId="urn:microsoft.com/office/officeart/2005/8/layout/process4"/>
    <dgm:cxn modelId="{083B2C8D-775D-4A8D-B502-7AFCF9AEB2E7}" type="presParOf" srcId="{50CE7A67-920E-4C4B-82A0-1A6C26FFCF1A}" destId="{9323460A-0653-4DA9-9AAE-A2B0917D3A0E}" srcOrd="0" destOrd="0" presId="urn:microsoft.com/office/officeart/2005/8/layout/process4"/>
    <dgm:cxn modelId="{63015848-F3C5-4FDF-AF78-7E921551367E}" type="presParOf" srcId="{50CE7A67-920E-4C4B-82A0-1A6C26FFCF1A}" destId="{93A3512E-701F-40F8-8E71-64BA2F5B67B1}" srcOrd="1" destOrd="0" presId="urn:microsoft.com/office/officeart/2005/8/layout/process4"/>
    <dgm:cxn modelId="{0F05D8B8-CE5B-4ABE-A345-B710AAAA3EF9}" type="presParOf" srcId="{50CE7A67-920E-4C4B-82A0-1A6C26FFCF1A}" destId="{7F3F5D22-F9FB-4841-930A-E257957C6458}" srcOrd="2" destOrd="0" presId="urn:microsoft.com/office/officeart/2005/8/layout/process4"/>
    <dgm:cxn modelId="{6D4A7E85-207F-4A0C-B287-AB9FB0EAD074}" type="presParOf" srcId="{7F3F5D22-F9FB-4841-930A-E257957C6458}" destId="{413471BA-54A1-4AAE-AD63-3F0AB5707CC7}" srcOrd="0" destOrd="0" presId="urn:microsoft.com/office/officeart/2005/8/layout/process4"/>
    <dgm:cxn modelId="{28C93E4F-376C-4F4C-AA86-1961E65AF1FE}" type="presParOf" srcId="{7F3F5D22-F9FB-4841-930A-E257957C6458}" destId="{D3512E71-1488-496C-8C6C-B8F47D59CAD7}" srcOrd="1"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4B691F9-C1E4-4B16-8625-390CDF9E3ECA}" type="doc">
      <dgm:prSet loTypeId="urn:microsoft.com/office/officeart/2005/8/layout/vList4" loCatId="list" qsTypeId="urn:microsoft.com/office/officeart/2005/8/quickstyle/3d3" qsCatId="3D" csTypeId="urn:microsoft.com/office/officeart/2005/8/colors/accent1_2" csCatId="accent1" phldr="1"/>
      <dgm:spPr/>
      <dgm:t>
        <a:bodyPr/>
        <a:lstStyle/>
        <a:p>
          <a:endParaRPr lang="es-ES"/>
        </a:p>
      </dgm:t>
    </dgm:pt>
    <dgm:pt modelId="{AD8E6670-9A13-4738-82AA-330CC28E1188}">
      <dgm:prSet phldrT="[Texto]" phldr="0" custT="1"/>
      <dgm:spPr/>
      <dgm:t>
        <a:bodyPr/>
        <a:lstStyle/>
        <a:p>
          <a:r>
            <a:rPr lang="es-ES" sz="2000" b="1" dirty="0"/>
            <a:t>Aislamiento Inicial</a:t>
          </a:r>
        </a:p>
      </dgm:t>
    </dgm:pt>
    <dgm:pt modelId="{AA7B563D-E32A-44B7-B2D4-9FE973B8CB23}" type="parTrans" cxnId="{DCB754BE-8B66-40E3-9C0C-224547A0A27B}">
      <dgm:prSet/>
      <dgm:spPr/>
      <dgm:t>
        <a:bodyPr/>
        <a:lstStyle/>
        <a:p>
          <a:endParaRPr lang="es-ES"/>
        </a:p>
      </dgm:t>
    </dgm:pt>
    <dgm:pt modelId="{131FAD88-F718-4CAD-B40D-E25A5021A293}" type="sibTrans" cxnId="{DCB754BE-8B66-40E3-9C0C-224547A0A27B}">
      <dgm:prSet/>
      <dgm:spPr/>
      <dgm:t>
        <a:bodyPr/>
        <a:lstStyle/>
        <a:p>
          <a:endParaRPr lang="es-ES"/>
        </a:p>
      </dgm:t>
    </dgm:pt>
    <dgm:pt modelId="{B49C5D74-6C1F-4DE2-B43A-ECA5E1104073}">
      <dgm:prSet phldrT="[Texto]" custT="1"/>
      <dgm:spPr/>
      <dgm:t>
        <a:bodyPr/>
        <a:lstStyle/>
        <a:p>
          <a:pPr>
            <a:buFont typeface="Arial" panose="020B0604020202020204" pitchFamily="34" charset="0"/>
            <a:buChar char="•"/>
          </a:pPr>
          <a:r>
            <a:rPr lang="es-ES" sz="1600" b="1" dirty="0"/>
            <a:t>Acción: </a:t>
          </a:r>
          <a:r>
            <a:rPr lang="es-ES" sz="1600" b="0" dirty="0" err="1"/>
            <a:t>Division</a:t>
          </a:r>
          <a:r>
            <a:rPr lang="es-ES" sz="1600" b="0" dirty="0"/>
            <a:t> </a:t>
          </a:r>
          <a:r>
            <a:rPr lang="es-ES" sz="1600" b="0" dirty="0" err="1"/>
            <a:t>Tain</a:t>
          </a:r>
          <a:r>
            <a:rPr lang="es-ES" sz="1600" b="0" dirty="0"/>
            <a:t>/Test (80/20) realizada sobre datos crudos.</a:t>
          </a:r>
        </a:p>
      </dgm:t>
    </dgm:pt>
    <dgm:pt modelId="{19D60451-5A05-4F3E-BB67-30A059E449AE}" type="parTrans" cxnId="{56671501-7602-4D82-9483-D6F60EE2C83C}">
      <dgm:prSet/>
      <dgm:spPr/>
      <dgm:t>
        <a:bodyPr/>
        <a:lstStyle/>
        <a:p>
          <a:endParaRPr lang="es-ES"/>
        </a:p>
      </dgm:t>
    </dgm:pt>
    <dgm:pt modelId="{0F716B3E-09B6-4100-9DB1-262633257867}" type="sibTrans" cxnId="{56671501-7602-4D82-9483-D6F60EE2C83C}">
      <dgm:prSet/>
      <dgm:spPr/>
      <dgm:t>
        <a:bodyPr/>
        <a:lstStyle/>
        <a:p>
          <a:endParaRPr lang="es-ES"/>
        </a:p>
      </dgm:t>
    </dgm:pt>
    <dgm:pt modelId="{350CCD7C-F008-4646-AC20-3BF16BBEA396}">
      <dgm:prSet phldrT="[Texto]" phldr="0" custT="1"/>
      <dgm:spPr/>
      <dgm:t>
        <a:bodyPr/>
        <a:lstStyle/>
        <a:p>
          <a:r>
            <a:rPr lang="es-ES" sz="1600" b="1" dirty="0"/>
            <a:t>Protección: </a:t>
          </a:r>
          <a:r>
            <a:rPr lang="es-ES" sz="1600" b="0" dirty="0"/>
            <a:t>El conjunto de Prueba (Test Set) se bloquea y permanece “invisible” para el sistema</a:t>
          </a:r>
        </a:p>
      </dgm:t>
    </dgm:pt>
    <dgm:pt modelId="{AC330AB0-A0FF-4E29-AD94-0883C1082D4C}" type="parTrans" cxnId="{BA6761C2-74E3-490A-88B6-3C33ACC838A0}">
      <dgm:prSet/>
      <dgm:spPr/>
      <dgm:t>
        <a:bodyPr/>
        <a:lstStyle/>
        <a:p>
          <a:endParaRPr lang="es-ES"/>
        </a:p>
      </dgm:t>
    </dgm:pt>
    <dgm:pt modelId="{0CEF4CA7-E432-444E-BFD1-9480C3F64C87}" type="sibTrans" cxnId="{BA6761C2-74E3-490A-88B6-3C33ACC838A0}">
      <dgm:prSet/>
      <dgm:spPr/>
      <dgm:t>
        <a:bodyPr/>
        <a:lstStyle/>
        <a:p>
          <a:endParaRPr lang="es-ES"/>
        </a:p>
      </dgm:t>
    </dgm:pt>
    <dgm:pt modelId="{8F125930-1273-4CDB-8D14-079CA55AEA99}">
      <dgm:prSet phldrT="[Texto]" custT="1"/>
      <dgm:spPr/>
      <dgm:t>
        <a:bodyPr/>
        <a:lstStyle/>
        <a:p>
          <a:pPr>
            <a:buFont typeface="Arial" panose="020B0604020202020204" pitchFamily="34" charset="0"/>
            <a:buChar char="•"/>
          </a:pPr>
          <a:r>
            <a:rPr lang="es-ES" sz="2000" b="1" dirty="0"/>
            <a:t>Calibración Segura (OOF)</a:t>
          </a:r>
        </a:p>
        <a:p>
          <a:pPr>
            <a:buFont typeface="Arial" panose="020B0604020202020204" pitchFamily="34" charset="0"/>
            <a:buChar char="•"/>
          </a:pPr>
          <a:r>
            <a:rPr lang="es-ES" sz="1300" b="1" dirty="0"/>
            <a:t>Acción:</a:t>
          </a:r>
          <a:r>
            <a:rPr lang="es-ES" sz="1300" dirty="0"/>
            <a:t> Optimización del umbral de decisión usando predicciones </a:t>
          </a:r>
          <a:r>
            <a:rPr lang="es-ES" sz="1300" i="1" dirty="0" err="1"/>
            <a:t>Out-of-Fold</a:t>
          </a:r>
          <a:r>
            <a:rPr lang="es-ES" sz="1300" dirty="0"/>
            <a:t>.</a:t>
          </a:r>
        </a:p>
        <a:p>
          <a:pPr>
            <a:buFont typeface="Arial" panose="020B0604020202020204" pitchFamily="34" charset="0"/>
            <a:buChar char="•"/>
          </a:pPr>
          <a:r>
            <a:rPr lang="es-ES" sz="1300" b="1" dirty="0"/>
            <a:t>Protección:</a:t>
          </a:r>
          <a:r>
            <a:rPr lang="es-ES" sz="1300" dirty="0"/>
            <a:t> Se busca el mejor balance Precisión/</a:t>
          </a:r>
          <a:r>
            <a:rPr lang="es-ES" sz="1300" dirty="0" err="1"/>
            <a:t>Recall</a:t>
          </a:r>
          <a:r>
            <a:rPr lang="es-ES" sz="1300" dirty="0"/>
            <a:t> usando datos simulados de validación interna, no el Test Set.</a:t>
          </a:r>
        </a:p>
        <a:p>
          <a:pPr>
            <a:buFont typeface="Arial" panose="020B0604020202020204" pitchFamily="34" charset="0"/>
            <a:buChar char="•"/>
          </a:pPr>
          <a:r>
            <a:rPr lang="es-ES" sz="1300" b="1" dirty="0"/>
            <a:t>Objetivo:</a:t>
          </a:r>
          <a:r>
            <a:rPr lang="es-ES" sz="1300" dirty="0"/>
            <a:t> Ajustar la sensibilidad del modelo sin </a:t>
          </a:r>
          <a:r>
            <a:rPr lang="es-ES" sz="1300" dirty="0" err="1"/>
            <a:t>sobreajustar</a:t>
          </a:r>
          <a:r>
            <a:rPr lang="es-ES" sz="1300" dirty="0"/>
            <a:t> a los datos de prueba.</a:t>
          </a:r>
        </a:p>
      </dgm:t>
    </dgm:pt>
    <dgm:pt modelId="{F3E8A88D-843A-4355-B712-A15BE051AD27}" type="parTrans" cxnId="{E6EFA637-4C4C-4256-A5B8-D6731F531BEC}">
      <dgm:prSet/>
      <dgm:spPr/>
      <dgm:t>
        <a:bodyPr/>
        <a:lstStyle/>
        <a:p>
          <a:endParaRPr lang="es-ES"/>
        </a:p>
      </dgm:t>
    </dgm:pt>
    <dgm:pt modelId="{F81686B2-CAEA-47E4-B48B-A94B36869061}" type="sibTrans" cxnId="{E6EFA637-4C4C-4256-A5B8-D6731F531BEC}">
      <dgm:prSet/>
      <dgm:spPr/>
      <dgm:t>
        <a:bodyPr/>
        <a:lstStyle/>
        <a:p>
          <a:endParaRPr lang="es-ES"/>
        </a:p>
      </dgm:t>
    </dgm:pt>
    <dgm:pt modelId="{4233102A-A1B7-49FE-995C-75F6B643A5E4}">
      <dgm:prSet phldrT="[Texto]" phldr="0" custT="1"/>
      <dgm:spPr/>
      <dgm:t>
        <a:bodyPr/>
        <a:lstStyle/>
        <a:p>
          <a:r>
            <a:rPr lang="es-ES" sz="1600" b="1" dirty="0"/>
            <a:t>Objetivo: </a:t>
          </a:r>
          <a:r>
            <a:rPr lang="es-ES" sz="1600" dirty="0"/>
            <a:t>Evitar que la media o desviación del futuro contamine el entrenamiento,</a:t>
          </a:r>
        </a:p>
      </dgm:t>
    </dgm:pt>
    <dgm:pt modelId="{CD1EFCA4-C2E6-4022-BBF3-AFC1CB96F660}" type="parTrans" cxnId="{723F8F9F-2CF8-4515-A11C-80E4BB8FE5B3}">
      <dgm:prSet/>
      <dgm:spPr/>
      <dgm:t>
        <a:bodyPr/>
        <a:lstStyle/>
        <a:p>
          <a:endParaRPr lang="es-ES"/>
        </a:p>
      </dgm:t>
    </dgm:pt>
    <dgm:pt modelId="{8DC19EB8-E9EF-4E1C-8DB7-560124D81A4C}" type="sibTrans" cxnId="{723F8F9F-2CF8-4515-A11C-80E4BB8FE5B3}">
      <dgm:prSet/>
      <dgm:spPr/>
      <dgm:t>
        <a:bodyPr/>
        <a:lstStyle/>
        <a:p>
          <a:endParaRPr lang="es-ES"/>
        </a:p>
      </dgm:t>
    </dgm:pt>
    <dgm:pt modelId="{751753D1-095B-4211-A02E-89431852977D}">
      <dgm:prSet phldrT="[Texto]" phldr="0"/>
      <dgm:spPr/>
      <dgm:t>
        <a:bodyPr/>
        <a:lstStyle/>
        <a:p>
          <a:endParaRPr lang="es-ES" dirty="0"/>
        </a:p>
      </dgm:t>
    </dgm:pt>
    <dgm:pt modelId="{175978FA-67DE-4D64-9770-87BEF3BEDF43}" type="sibTrans" cxnId="{8B1F64AB-36D0-4F4C-B3E0-FBBA0D8C1A7D}">
      <dgm:prSet/>
      <dgm:spPr/>
      <dgm:t>
        <a:bodyPr/>
        <a:lstStyle/>
        <a:p>
          <a:endParaRPr lang="es-ES"/>
        </a:p>
      </dgm:t>
    </dgm:pt>
    <dgm:pt modelId="{FB36471A-B542-4756-B032-0C39B71E48EB}" type="parTrans" cxnId="{8B1F64AB-36D0-4F4C-B3E0-FBBA0D8C1A7D}">
      <dgm:prSet/>
      <dgm:spPr/>
      <dgm:t>
        <a:bodyPr/>
        <a:lstStyle/>
        <a:p>
          <a:endParaRPr lang="es-ES"/>
        </a:p>
      </dgm:t>
    </dgm:pt>
    <dgm:pt modelId="{28A9A81A-FC45-45CD-8A0D-8662976B8C2A}">
      <dgm:prSet phldrT="[Texto]" custT="1"/>
      <dgm:spPr/>
      <dgm:t>
        <a:bodyPr/>
        <a:lstStyle/>
        <a:p>
          <a:pPr>
            <a:buFont typeface="Arial" panose="020B0604020202020204" pitchFamily="34" charset="0"/>
            <a:buChar char="•"/>
          </a:pPr>
          <a:r>
            <a:rPr lang="es-ES" sz="2000" b="1" dirty="0"/>
            <a:t>Evaluación Honesta</a:t>
          </a:r>
        </a:p>
        <a:p>
          <a:pPr>
            <a:buFont typeface="Arial" panose="020B0604020202020204" pitchFamily="34" charset="0"/>
            <a:buChar char="•"/>
          </a:pPr>
          <a:r>
            <a:rPr lang="es-ES" sz="1300" b="1" dirty="0"/>
            <a:t>Acción:</a:t>
          </a:r>
          <a:r>
            <a:rPr lang="es-ES" sz="1300" dirty="0"/>
            <a:t> Predicción final única sobre el Test Set reservado en el paso 1.</a:t>
          </a:r>
        </a:p>
        <a:p>
          <a:pPr>
            <a:buFont typeface="Arial" panose="020B0604020202020204" pitchFamily="34" charset="0"/>
            <a:buChar char="•"/>
          </a:pPr>
          <a:r>
            <a:rPr lang="es-ES" sz="1300" b="1" dirty="0"/>
            <a:t>Protección:</a:t>
          </a:r>
          <a:r>
            <a:rPr lang="es-ES" sz="1300" dirty="0"/>
            <a:t> Aplicación del pipeline completo ya congelado.</a:t>
          </a:r>
        </a:p>
        <a:p>
          <a:pPr>
            <a:buFont typeface="Arial" panose="020B0604020202020204" pitchFamily="34" charset="0"/>
            <a:buChar char="•"/>
          </a:pPr>
          <a:r>
            <a:rPr lang="es-ES" sz="1300" b="1" dirty="0"/>
            <a:t>Objetivo:</a:t>
          </a:r>
          <a:r>
            <a:rPr lang="es-ES" sz="1300" dirty="0"/>
            <a:t> Obtener métricas (Matriz de Confusión, ROC) que reflejen fielmente el rendimiento en la vida real.</a:t>
          </a:r>
        </a:p>
      </dgm:t>
    </dgm:pt>
    <dgm:pt modelId="{22E1F55C-4B15-4353-9F97-46675BA2E507}" type="parTrans" cxnId="{44430304-2983-4158-B331-3731C394E1B3}">
      <dgm:prSet/>
      <dgm:spPr/>
      <dgm:t>
        <a:bodyPr/>
        <a:lstStyle/>
        <a:p>
          <a:endParaRPr lang="es-ES"/>
        </a:p>
      </dgm:t>
    </dgm:pt>
    <dgm:pt modelId="{D0F90234-3856-4E84-B48B-DFF2B1A98985}" type="sibTrans" cxnId="{44430304-2983-4158-B331-3731C394E1B3}">
      <dgm:prSet/>
      <dgm:spPr/>
      <dgm:t>
        <a:bodyPr/>
        <a:lstStyle/>
        <a:p>
          <a:endParaRPr lang="es-ES"/>
        </a:p>
      </dgm:t>
    </dgm:pt>
    <dgm:pt modelId="{D0C9F82C-73AD-45F8-BC6C-6F5BA9E150F8}" type="pres">
      <dgm:prSet presAssocID="{F4B691F9-C1E4-4B16-8625-390CDF9E3ECA}" presName="linear" presStyleCnt="0">
        <dgm:presLayoutVars>
          <dgm:dir/>
          <dgm:resizeHandles val="exact"/>
        </dgm:presLayoutVars>
      </dgm:prSet>
      <dgm:spPr/>
    </dgm:pt>
    <dgm:pt modelId="{84C4B4D3-6957-475D-908D-1400CE93924F}" type="pres">
      <dgm:prSet presAssocID="{AD8E6670-9A13-4738-82AA-330CC28E1188}" presName="comp" presStyleCnt="0"/>
      <dgm:spPr/>
    </dgm:pt>
    <dgm:pt modelId="{2A7BB0E9-D3F7-4D16-8A28-D8C3949108AD}" type="pres">
      <dgm:prSet presAssocID="{AD8E6670-9A13-4738-82AA-330CC28E1188}" presName="box" presStyleLbl="node1" presStyleIdx="0" presStyleCnt="4"/>
      <dgm:spPr/>
    </dgm:pt>
    <dgm:pt modelId="{9A6811D4-AD84-4A27-80BC-D9144D43BF77}" type="pres">
      <dgm:prSet presAssocID="{AD8E6670-9A13-4738-82AA-330CC28E1188}" presName="img" presStyleLbl="fgImgPlace1" presStyleIdx="0" presStyleCnt="4" custLinFactNeighborX="-1138" custLinFactNeighborY="-2648"/>
      <dgm:spPr>
        <a:blipFill>
          <a:blip xmlns:r="http://schemas.openxmlformats.org/officeDocument/2006/relationships" r:embed="rId1"/>
          <a:srcRect/>
          <a:stretch>
            <a:fillRect t="-30000" b="-30000"/>
          </a:stretch>
        </a:blipFill>
      </dgm:spPr>
    </dgm:pt>
    <dgm:pt modelId="{F6005690-5FAA-4065-8BAF-E623798BD920}" type="pres">
      <dgm:prSet presAssocID="{AD8E6670-9A13-4738-82AA-330CC28E1188}" presName="text" presStyleLbl="node1" presStyleIdx="0" presStyleCnt="4">
        <dgm:presLayoutVars>
          <dgm:bulletEnabled val="1"/>
        </dgm:presLayoutVars>
      </dgm:prSet>
      <dgm:spPr/>
    </dgm:pt>
    <dgm:pt modelId="{DC2E5409-DD25-4045-A709-6EB67785B3E5}" type="pres">
      <dgm:prSet presAssocID="{131FAD88-F718-4CAD-B40D-E25A5021A293}" presName="spacer" presStyleCnt="0"/>
      <dgm:spPr/>
    </dgm:pt>
    <dgm:pt modelId="{C1EB63FB-D7C4-4E5A-95D8-C40EF34355A2}" type="pres">
      <dgm:prSet presAssocID="{751753D1-095B-4211-A02E-89431852977D}" presName="comp" presStyleCnt="0"/>
      <dgm:spPr/>
    </dgm:pt>
    <dgm:pt modelId="{7A38E642-C76F-41CF-91DE-5B881E49C9B3}" type="pres">
      <dgm:prSet presAssocID="{751753D1-095B-4211-A02E-89431852977D}" presName="box" presStyleLbl="node1" presStyleIdx="1" presStyleCnt="4" custLinFactNeighborY="-335"/>
      <dgm:spPr/>
    </dgm:pt>
    <dgm:pt modelId="{42E95F6D-CE74-4402-9F85-BDA3723F8A15}" type="pres">
      <dgm:prSet presAssocID="{751753D1-095B-4211-A02E-89431852977D}" presName="img" presStyleLbl="fgImgPlace1" presStyleIdx="1" presStyleCnt="4"/>
      <dgm:spPr>
        <a:blipFill>
          <a:blip xmlns:r="http://schemas.openxmlformats.org/officeDocument/2006/relationships" r:embed="rId2"/>
          <a:srcRect/>
          <a:stretch>
            <a:fillRect t="-70000" b="-70000"/>
          </a:stretch>
        </a:blipFill>
      </dgm:spPr>
    </dgm:pt>
    <dgm:pt modelId="{26B07410-441F-416D-88C7-910CDDA01175}" type="pres">
      <dgm:prSet presAssocID="{751753D1-095B-4211-A02E-89431852977D}" presName="text" presStyleLbl="node1" presStyleIdx="1" presStyleCnt="4">
        <dgm:presLayoutVars>
          <dgm:bulletEnabled val="1"/>
        </dgm:presLayoutVars>
      </dgm:prSet>
      <dgm:spPr/>
    </dgm:pt>
    <dgm:pt modelId="{730EFCA4-5684-4242-8CB4-7D7A27FDEBA0}" type="pres">
      <dgm:prSet presAssocID="{175978FA-67DE-4D64-9770-87BEF3BEDF43}" presName="spacer" presStyleCnt="0"/>
      <dgm:spPr/>
    </dgm:pt>
    <dgm:pt modelId="{005F5970-955B-4EFA-8C51-C1B1BE7E8F54}" type="pres">
      <dgm:prSet presAssocID="{8F125930-1273-4CDB-8D14-079CA55AEA99}" presName="comp" presStyleCnt="0"/>
      <dgm:spPr/>
    </dgm:pt>
    <dgm:pt modelId="{250B1CF8-38A5-4B62-8444-92DC9F9402F5}" type="pres">
      <dgm:prSet presAssocID="{8F125930-1273-4CDB-8D14-079CA55AEA99}" presName="box" presStyleLbl="node1" presStyleIdx="2" presStyleCnt="4"/>
      <dgm:spPr/>
    </dgm:pt>
    <dgm:pt modelId="{BA97D37D-BF0D-4137-BB58-5A14E3255779}" type="pres">
      <dgm:prSet presAssocID="{8F125930-1273-4CDB-8D14-079CA55AEA99}" presName="img" presStyleLbl="fgImgPlace1" presStyleIdx="2" presStyleCnt="4"/>
      <dgm:spPr>
        <a:blipFill>
          <a:blip xmlns:r="http://schemas.openxmlformats.org/officeDocument/2006/relationships" r:embed="rId2"/>
          <a:srcRect/>
          <a:stretch>
            <a:fillRect t="-70000" b="-70000"/>
          </a:stretch>
        </a:blipFill>
      </dgm:spPr>
    </dgm:pt>
    <dgm:pt modelId="{8E271B5E-AB9A-41CD-B289-3D9B8C415F33}" type="pres">
      <dgm:prSet presAssocID="{8F125930-1273-4CDB-8D14-079CA55AEA99}" presName="text" presStyleLbl="node1" presStyleIdx="2" presStyleCnt="4">
        <dgm:presLayoutVars>
          <dgm:bulletEnabled val="1"/>
        </dgm:presLayoutVars>
      </dgm:prSet>
      <dgm:spPr/>
    </dgm:pt>
    <dgm:pt modelId="{195A2B53-382A-4B9E-AE10-BFA3D45258EF}" type="pres">
      <dgm:prSet presAssocID="{F81686B2-CAEA-47E4-B48B-A94B36869061}" presName="spacer" presStyleCnt="0"/>
      <dgm:spPr/>
    </dgm:pt>
    <dgm:pt modelId="{45F86777-A596-4A57-8EEC-5B2218680476}" type="pres">
      <dgm:prSet presAssocID="{28A9A81A-FC45-45CD-8A0D-8662976B8C2A}" presName="comp" presStyleCnt="0"/>
      <dgm:spPr/>
    </dgm:pt>
    <dgm:pt modelId="{0C052DDA-347A-4D44-A06D-8C650B0E93B8}" type="pres">
      <dgm:prSet presAssocID="{28A9A81A-FC45-45CD-8A0D-8662976B8C2A}" presName="box" presStyleLbl="node1" presStyleIdx="3" presStyleCnt="4"/>
      <dgm:spPr/>
    </dgm:pt>
    <dgm:pt modelId="{37E5605A-7D8A-46EB-A1B9-93D5966497B7}" type="pres">
      <dgm:prSet presAssocID="{28A9A81A-FC45-45CD-8A0D-8662976B8C2A}" presName="img" presStyleLbl="fgImgPlace1" presStyleIdx="3" presStyleCnt="4"/>
      <dgm:spPr>
        <a:blipFill>
          <a:blip xmlns:r="http://schemas.openxmlformats.org/officeDocument/2006/relationships" r:embed="rId2"/>
          <a:srcRect/>
          <a:stretch>
            <a:fillRect t="-70000" b="-70000"/>
          </a:stretch>
        </a:blipFill>
      </dgm:spPr>
    </dgm:pt>
    <dgm:pt modelId="{34AF0AAB-3E88-4917-A265-9384A00AD625}" type="pres">
      <dgm:prSet presAssocID="{28A9A81A-FC45-45CD-8A0D-8662976B8C2A}" presName="text" presStyleLbl="node1" presStyleIdx="3" presStyleCnt="4">
        <dgm:presLayoutVars>
          <dgm:bulletEnabled val="1"/>
        </dgm:presLayoutVars>
      </dgm:prSet>
      <dgm:spPr/>
    </dgm:pt>
  </dgm:ptLst>
  <dgm:cxnLst>
    <dgm:cxn modelId="{56671501-7602-4D82-9483-D6F60EE2C83C}" srcId="{AD8E6670-9A13-4738-82AA-330CC28E1188}" destId="{B49C5D74-6C1F-4DE2-B43A-ECA5E1104073}" srcOrd="0" destOrd="0" parTransId="{19D60451-5A05-4F3E-BB67-30A059E449AE}" sibTransId="{0F716B3E-09B6-4100-9DB1-262633257867}"/>
    <dgm:cxn modelId="{44430304-2983-4158-B331-3731C394E1B3}" srcId="{F4B691F9-C1E4-4B16-8625-390CDF9E3ECA}" destId="{28A9A81A-FC45-45CD-8A0D-8662976B8C2A}" srcOrd="3" destOrd="0" parTransId="{22E1F55C-4B15-4353-9F97-46675BA2E507}" sibTransId="{D0F90234-3856-4E84-B48B-DFF2B1A98985}"/>
    <dgm:cxn modelId="{383FC71D-5563-4A75-9DE8-40F967A23A54}" type="presOf" srcId="{28A9A81A-FC45-45CD-8A0D-8662976B8C2A}" destId="{34AF0AAB-3E88-4917-A265-9384A00AD625}" srcOrd="1" destOrd="0" presId="urn:microsoft.com/office/officeart/2005/8/layout/vList4"/>
    <dgm:cxn modelId="{6F912F21-7851-49C2-8112-1A01973981B6}" type="presOf" srcId="{AD8E6670-9A13-4738-82AA-330CC28E1188}" destId="{F6005690-5FAA-4065-8BAF-E623798BD920}" srcOrd="1" destOrd="0" presId="urn:microsoft.com/office/officeart/2005/8/layout/vList4"/>
    <dgm:cxn modelId="{4CF41831-57A1-4C01-A849-C65861DB2A81}" type="presOf" srcId="{751753D1-095B-4211-A02E-89431852977D}" destId="{7A38E642-C76F-41CF-91DE-5B881E49C9B3}" srcOrd="0" destOrd="0" presId="urn:microsoft.com/office/officeart/2005/8/layout/vList4"/>
    <dgm:cxn modelId="{E6EFA637-4C4C-4256-A5B8-D6731F531BEC}" srcId="{F4B691F9-C1E4-4B16-8625-390CDF9E3ECA}" destId="{8F125930-1273-4CDB-8D14-079CA55AEA99}" srcOrd="2" destOrd="0" parTransId="{F3E8A88D-843A-4355-B712-A15BE051AD27}" sibTransId="{F81686B2-CAEA-47E4-B48B-A94B36869061}"/>
    <dgm:cxn modelId="{CB99B140-2C92-43BE-8F62-63143453E26A}" type="presOf" srcId="{751753D1-095B-4211-A02E-89431852977D}" destId="{26B07410-441F-416D-88C7-910CDDA01175}" srcOrd="1" destOrd="0" presId="urn:microsoft.com/office/officeart/2005/8/layout/vList4"/>
    <dgm:cxn modelId="{7E642361-1456-422E-9DEC-064433D455FA}" type="presOf" srcId="{B49C5D74-6C1F-4DE2-B43A-ECA5E1104073}" destId="{2A7BB0E9-D3F7-4D16-8A28-D8C3949108AD}" srcOrd="0" destOrd="1" presId="urn:microsoft.com/office/officeart/2005/8/layout/vList4"/>
    <dgm:cxn modelId="{3D952843-F1F8-4D76-BEED-CAB4C8999763}" type="presOf" srcId="{8F125930-1273-4CDB-8D14-079CA55AEA99}" destId="{250B1CF8-38A5-4B62-8444-92DC9F9402F5}" srcOrd="0" destOrd="0" presId="urn:microsoft.com/office/officeart/2005/8/layout/vList4"/>
    <dgm:cxn modelId="{0393734A-E00E-4542-94AA-B087F941271E}" type="presOf" srcId="{350CCD7C-F008-4646-AC20-3BF16BBEA396}" destId="{2A7BB0E9-D3F7-4D16-8A28-D8C3949108AD}" srcOrd="0" destOrd="2" presId="urn:microsoft.com/office/officeart/2005/8/layout/vList4"/>
    <dgm:cxn modelId="{EF06FA4B-8F8C-48AA-BA5A-A8F955410B7F}" type="presOf" srcId="{F4B691F9-C1E4-4B16-8625-390CDF9E3ECA}" destId="{D0C9F82C-73AD-45F8-BC6C-6F5BA9E150F8}" srcOrd="0" destOrd="0" presId="urn:microsoft.com/office/officeart/2005/8/layout/vList4"/>
    <dgm:cxn modelId="{1626BA6C-5E2F-40DF-B10B-697884DC5629}" type="presOf" srcId="{350CCD7C-F008-4646-AC20-3BF16BBEA396}" destId="{F6005690-5FAA-4065-8BAF-E623798BD920}" srcOrd="1" destOrd="2" presId="urn:microsoft.com/office/officeart/2005/8/layout/vList4"/>
    <dgm:cxn modelId="{FFC54987-8DF8-4474-AC54-31CA7784200A}" type="presOf" srcId="{28A9A81A-FC45-45CD-8A0D-8662976B8C2A}" destId="{0C052DDA-347A-4D44-A06D-8C650B0E93B8}" srcOrd="0" destOrd="0" presId="urn:microsoft.com/office/officeart/2005/8/layout/vList4"/>
    <dgm:cxn modelId="{BED0FD9E-C57C-41D9-A4FD-ECC706630B28}" type="presOf" srcId="{B49C5D74-6C1F-4DE2-B43A-ECA5E1104073}" destId="{F6005690-5FAA-4065-8BAF-E623798BD920}" srcOrd="1" destOrd="1" presId="urn:microsoft.com/office/officeart/2005/8/layout/vList4"/>
    <dgm:cxn modelId="{723F8F9F-2CF8-4515-A11C-80E4BB8FE5B3}" srcId="{AD8E6670-9A13-4738-82AA-330CC28E1188}" destId="{4233102A-A1B7-49FE-995C-75F6B643A5E4}" srcOrd="2" destOrd="0" parTransId="{CD1EFCA4-C2E6-4022-BBF3-AFC1CB96F660}" sibTransId="{8DC19EB8-E9EF-4E1C-8DB7-560124D81A4C}"/>
    <dgm:cxn modelId="{8B1F64AB-36D0-4F4C-B3E0-FBBA0D8C1A7D}" srcId="{F4B691F9-C1E4-4B16-8625-390CDF9E3ECA}" destId="{751753D1-095B-4211-A02E-89431852977D}" srcOrd="1" destOrd="0" parTransId="{FB36471A-B542-4756-B032-0C39B71E48EB}" sibTransId="{175978FA-67DE-4D64-9770-87BEF3BEDF43}"/>
    <dgm:cxn modelId="{A78993BC-A58D-4701-A59A-9E22CA7162D8}" type="presOf" srcId="{8F125930-1273-4CDB-8D14-079CA55AEA99}" destId="{8E271B5E-AB9A-41CD-B289-3D9B8C415F33}" srcOrd="1" destOrd="0" presId="urn:microsoft.com/office/officeart/2005/8/layout/vList4"/>
    <dgm:cxn modelId="{DCB754BE-8B66-40E3-9C0C-224547A0A27B}" srcId="{F4B691F9-C1E4-4B16-8625-390CDF9E3ECA}" destId="{AD8E6670-9A13-4738-82AA-330CC28E1188}" srcOrd="0" destOrd="0" parTransId="{AA7B563D-E32A-44B7-B2D4-9FE973B8CB23}" sibTransId="{131FAD88-F718-4CAD-B40D-E25A5021A293}"/>
    <dgm:cxn modelId="{BA6761C2-74E3-490A-88B6-3C33ACC838A0}" srcId="{AD8E6670-9A13-4738-82AA-330CC28E1188}" destId="{350CCD7C-F008-4646-AC20-3BF16BBEA396}" srcOrd="1" destOrd="0" parTransId="{AC330AB0-A0FF-4E29-AD94-0883C1082D4C}" sibTransId="{0CEF4CA7-E432-444E-BFD1-9480C3F64C87}"/>
    <dgm:cxn modelId="{B62E7FC7-6A4D-4CD3-BD7D-2247B20086DB}" type="presOf" srcId="{AD8E6670-9A13-4738-82AA-330CC28E1188}" destId="{2A7BB0E9-D3F7-4D16-8A28-D8C3949108AD}" srcOrd="0" destOrd="0" presId="urn:microsoft.com/office/officeart/2005/8/layout/vList4"/>
    <dgm:cxn modelId="{5FFCD3DC-92F8-4702-81BF-87EF03219940}" type="presOf" srcId="{4233102A-A1B7-49FE-995C-75F6B643A5E4}" destId="{F6005690-5FAA-4065-8BAF-E623798BD920}" srcOrd="1" destOrd="3" presId="urn:microsoft.com/office/officeart/2005/8/layout/vList4"/>
    <dgm:cxn modelId="{FC3AC5F4-8747-4D6C-A0E7-227A9C40E8EE}" type="presOf" srcId="{4233102A-A1B7-49FE-995C-75F6B643A5E4}" destId="{2A7BB0E9-D3F7-4D16-8A28-D8C3949108AD}" srcOrd="0" destOrd="3" presId="urn:microsoft.com/office/officeart/2005/8/layout/vList4"/>
    <dgm:cxn modelId="{6A13B319-7243-4F5C-9DF1-2CEB0747206A}" type="presParOf" srcId="{D0C9F82C-73AD-45F8-BC6C-6F5BA9E150F8}" destId="{84C4B4D3-6957-475D-908D-1400CE93924F}" srcOrd="0" destOrd="0" presId="urn:microsoft.com/office/officeart/2005/8/layout/vList4"/>
    <dgm:cxn modelId="{2112F763-9E79-4B00-A4BC-F9320F33FAFD}" type="presParOf" srcId="{84C4B4D3-6957-475D-908D-1400CE93924F}" destId="{2A7BB0E9-D3F7-4D16-8A28-D8C3949108AD}" srcOrd="0" destOrd="0" presId="urn:microsoft.com/office/officeart/2005/8/layout/vList4"/>
    <dgm:cxn modelId="{8DF85CC2-921C-4BFA-A85F-FCACE714593D}" type="presParOf" srcId="{84C4B4D3-6957-475D-908D-1400CE93924F}" destId="{9A6811D4-AD84-4A27-80BC-D9144D43BF77}" srcOrd="1" destOrd="0" presId="urn:microsoft.com/office/officeart/2005/8/layout/vList4"/>
    <dgm:cxn modelId="{CDBF3AD4-2CAC-4A39-AE25-5945D177C01F}" type="presParOf" srcId="{84C4B4D3-6957-475D-908D-1400CE93924F}" destId="{F6005690-5FAA-4065-8BAF-E623798BD920}" srcOrd="2" destOrd="0" presId="urn:microsoft.com/office/officeart/2005/8/layout/vList4"/>
    <dgm:cxn modelId="{0335D51D-9CBD-4204-B768-2F3155CBB3DE}" type="presParOf" srcId="{D0C9F82C-73AD-45F8-BC6C-6F5BA9E150F8}" destId="{DC2E5409-DD25-4045-A709-6EB67785B3E5}" srcOrd="1" destOrd="0" presId="urn:microsoft.com/office/officeart/2005/8/layout/vList4"/>
    <dgm:cxn modelId="{E2D6DED5-A1DF-4E86-B09F-609C31A4BD70}" type="presParOf" srcId="{D0C9F82C-73AD-45F8-BC6C-6F5BA9E150F8}" destId="{C1EB63FB-D7C4-4E5A-95D8-C40EF34355A2}" srcOrd="2" destOrd="0" presId="urn:microsoft.com/office/officeart/2005/8/layout/vList4"/>
    <dgm:cxn modelId="{94032F2E-3097-4175-8C1F-42564C9A1B4B}" type="presParOf" srcId="{C1EB63FB-D7C4-4E5A-95D8-C40EF34355A2}" destId="{7A38E642-C76F-41CF-91DE-5B881E49C9B3}" srcOrd="0" destOrd="0" presId="urn:microsoft.com/office/officeart/2005/8/layout/vList4"/>
    <dgm:cxn modelId="{36DF3902-E458-4E5C-AE19-284486DBD3FC}" type="presParOf" srcId="{C1EB63FB-D7C4-4E5A-95D8-C40EF34355A2}" destId="{42E95F6D-CE74-4402-9F85-BDA3723F8A15}" srcOrd="1" destOrd="0" presId="urn:microsoft.com/office/officeart/2005/8/layout/vList4"/>
    <dgm:cxn modelId="{CB9AACE7-1FC4-4971-B56F-E83D4C35F8EC}" type="presParOf" srcId="{C1EB63FB-D7C4-4E5A-95D8-C40EF34355A2}" destId="{26B07410-441F-416D-88C7-910CDDA01175}" srcOrd="2" destOrd="0" presId="urn:microsoft.com/office/officeart/2005/8/layout/vList4"/>
    <dgm:cxn modelId="{0A4D407E-6275-42EE-A2B0-BB8B5B1EA203}" type="presParOf" srcId="{D0C9F82C-73AD-45F8-BC6C-6F5BA9E150F8}" destId="{730EFCA4-5684-4242-8CB4-7D7A27FDEBA0}" srcOrd="3" destOrd="0" presId="urn:microsoft.com/office/officeart/2005/8/layout/vList4"/>
    <dgm:cxn modelId="{EC86C4CC-E37E-4018-BC7D-385919D63E9F}" type="presParOf" srcId="{D0C9F82C-73AD-45F8-BC6C-6F5BA9E150F8}" destId="{005F5970-955B-4EFA-8C51-C1B1BE7E8F54}" srcOrd="4" destOrd="0" presId="urn:microsoft.com/office/officeart/2005/8/layout/vList4"/>
    <dgm:cxn modelId="{49C15754-87AD-48DD-A555-062CDD521913}" type="presParOf" srcId="{005F5970-955B-4EFA-8C51-C1B1BE7E8F54}" destId="{250B1CF8-38A5-4B62-8444-92DC9F9402F5}" srcOrd="0" destOrd="0" presId="urn:microsoft.com/office/officeart/2005/8/layout/vList4"/>
    <dgm:cxn modelId="{666AA746-5ADD-425B-8D7E-AC6867D2BAC4}" type="presParOf" srcId="{005F5970-955B-4EFA-8C51-C1B1BE7E8F54}" destId="{BA97D37D-BF0D-4137-BB58-5A14E3255779}" srcOrd="1" destOrd="0" presId="urn:microsoft.com/office/officeart/2005/8/layout/vList4"/>
    <dgm:cxn modelId="{60891BC2-3BF5-4E40-8AA6-FF3E58F1D15B}" type="presParOf" srcId="{005F5970-955B-4EFA-8C51-C1B1BE7E8F54}" destId="{8E271B5E-AB9A-41CD-B289-3D9B8C415F33}" srcOrd="2" destOrd="0" presId="urn:microsoft.com/office/officeart/2005/8/layout/vList4"/>
    <dgm:cxn modelId="{771E2489-32BD-4BB5-9C61-AAF0F28BA9DA}" type="presParOf" srcId="{D0C9F82C-73AD-45F8-BC6C-6F5BA9E150F8}" destId="{195A2B53-382A-4B9E-AE10-BFA3D45258EF}" srcOrd="5" destOrd="0" presId="urn:microsoft.com/office/officeart/2005/8/layout/vList4"/>
    <dgm:cxn modelId="{E9AADD44-8E8D-463F-BA30-68F2CDA33BE1}" type="presParOf" srcId="{D0C9F82C-73AD-45F8-BC6C-6F5BA9E150F8}" destId="{45F86777-A596-4A57-8EEC-5B2218680476}" srcOrd="6" destOrd="0" presId="urn:microsoft.com/office/officeart/2005/8/layout/vList4"/>
    <dgm:cxn modelId="{99FFCDEE-E6BC-4DF1-AE74-98F8002CCF5D}" type="presParOf" srcId="{45F86777-A596-4A57-8EEC-5B2218680476}" destId="{0C052DDA-347A-4D44-A06D-8C650B0E93B8}" srcOrd="0" destOrd="0" presId="urn:microsoft.com/office/officeart/2005/8/layout/vList4"/>
    <dgm:cxn modelId="{476E351D-F61C-4084-B5A7-CAD5BA3AE1C0}" type="presParOf" srcId="{45F86777-A596-4A57-8EEC-5B2218680476}" destId="{37E5605A-7D8A-46EB-A1B9-93D5966497B7}" srcOrd="1" destOrd="0" presId="urn:microsoft.com/office/officeart/2005/8/layout/vList4"/>
    <dgm:cxn modelId="{B9A361B3-7A49-4BF7-BECC-FBC624063F70}" type="presParOf" srcId="{45F86777-A596-4A57-8EEC-5B2218680476}" destId="{34AF0AAB-3E88-4917-A265-9384A00AD625}"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37A2AFD-6FE8-4FEC-86AC-FFBE9926EE7C}" type="doc">
      <dgm:prSet loTypeId="urn:microsoft.com/office/officeart/2008/layout/SquareAccentList" loCatId="list" qsTypeId="urn:microsoft.com/office/officeart/2005/8/quickstyle/simple1" qsCatId="simple" csTypeId="urn:microsoft.com/office/officeart/2005/8/colors/accent1_2" csCatId="accent1" phldr="1"/>
      <dgm:spPr/>
      <dgm:t>
        <a:bodyPr/>
        <a:lstStyle/>
        <a:p>
          <a:endParaRPr lang="es-ES"/>
        </a:p>
      </dgm:t>
    </dgm:pt>
    <dgm:pt modelId="{9C12B53A-3A02-4FFA-89FC-305E1EAE8166}">
      <dgm:prSet phldrT="[Texto]" phldr="0"/>
      <dgm:spPr/>
      <dgm:t>
        <a:bodyPr/>
        <a:lstStyle/>
        <a:p>
          <a:pPr algn="ctr"/>
          <a:r>
            <a:rPr lang="es-ES" dirty="0"/>
            <a:t>GRADIENT BOOSTING</a:t>
          </a:r>
        </a:p>
      </dgm:t>
    </dgm:pt>
    <dgm:pt modelId="{CB3773CE-1715-4F9B-8D5F-BA59E9C60B24}" type="parTrans" cxnId="{1AA59E83-0FEA-403A-855C-34B80EDA2E9F}">
      <dgm:prSet/>
      <dgm:spPr/>
      <dgm:t>
        <a:bodyPr/>
        <a:lstStyle/>
        <a:p>
          <a:endParaRPr lang="es-ES"/>
        </a:p>
      </dgm:t>
    </dgm:pt>
    <dgm:pt modelId="{FC709A88-030F-4E09-8014-0AD34629D011}" type="sibTrans" cxnId="{1AA59E83-0FEA-403A-855C-34B80EDA2E9F}">
      <dgm:prSet/>
      <dgm:spPr/>
      <dgm:t>
        <a:bodyPr/>
        <a:lstStyle/>
        <a:p>
          <a:endParaRPr lang="es-ES"/>
        </a:p>
      </dgm:t>
    </dgm:pt>
    <dgm:pt modelId="{05F61DE0-6F2D-485A-880C-F1713F3419A0}">
      <dgm:prSet phldrT="[Texto]" phldr="0"/>
      <dgm:spPr/>
      <dgm:t>
        <a:bodyPr/>
        <a:lstStyle/>
        <a:p>
          <a:r>
            <a:rPr lang="es-ES" dirty="0"/>
            <a:t>CATBOOST</a:t>
          </a:r>
        </a:p>
      </dgm:t>
    </dgm:pt>
    <dgm:pt modelId="{4A5AA097-82AE-4483-879B-EAE4172F22DF}" type="parTrans" cxnId="{944CA3F2-F847-4DEC-9F6B-F4BFD7D8EDEB}">
      <dgm:prSet/>
      <dgm:spPr/>
      <dgm:t>
        <a:bodyPr/>
        <a:lstStyle/>
        <a:p>
          <a:endParaRPr lang="es-ES"/>
        </a:p>
      </dgm:t>
    </dgm:pt>
    <dgm:pt modelId="{D0C27AA9-4BF8-46D1-8E30-59F09FF5BDAA}" type="sibTrans" cxnId="{944CA3F2-F847-4DEC-9F6B-F4BFD7D8EDEB}">
      <dgm:prSet/>
      <dgm:spPr/>
      <dgm:t>
        <a:bodyPr/>
        <a:lstStyle/>
        <a:p>
          <a:endParaRPr lang="es-ES"/>
        </a:p>
      </dgm:t>
    </dgm:pt>
    <dgm:pt modelId="{C8003743-0FF7-47E3-AEB9-C9030F6B3A45}">
      <dgm:prSet phldrT="[Texto]" phldr="0"/>
      <dgm:spPr/>
      <dgm:t>
        <a:bodyPr/>
        <a:lstStyle/>
        <a:p>
          <a:r>
            <a:rPr lang="es-ES" dirty="0"/>
            <a:t>LIGTHGBM</a:t>
          </a:r>
        </a:p>
      </dgm:t>
    </dgm:pt>
    <dgm:pt modelId="{01832B5A-C836-4DBB-AD38-05991926FEFC}" type="parTrans" cxnId="{9E409239-BAEC-434E-A230-C6907E8B8331}">
      <dgm:prSet/>
      <dgm:spPr/>
      <dgm:t>
        <a:bodyPr/>
        <a:lstStyle/>
        <a:p>
          <a:endParaRPr lang="es-ES"/>
        </a:p>
      </dgm:t>
    </dgm:pt>
    <dgm:pt modelId="{BD85DE7E-9659-4444-A18D-62F50377EEE1}" type="sibTrans" cxnId="{9E409239-BAEC-434E-A230-C6907E8B8331}">
      <dgm:prSet/>
      <dgm:spPr/>
      <dgm:t>
        <a:bodyPr/>
        <a:lstStyle/>
        <a:p>
          <a:endParaRPr lang="es-ES"/>
        </a:p>
      </dgm:t>
    </dgm:pt>
    <dgm:pt modelId="{A536DB18-99B4-481F-A8F6-195DF9DA7473}">
      <dgm:prSet phldrT="[Texto]" phldr="0"/>
      <dgm:spPr/>
      <dgm:t>
        <a:bodyPr/>
        <a:lstStyle/>
        <a:p>
          <a:r>
            <a:rPr lang="es-ES" dirty="0"/>
            <a:t>XGBOOST</a:t>
          </a:r>
        </a:p>
      </dgm:t>
    </dgm:pt>
    <dgm:pt modelId="{02273951-9089-47F2-BFD6-91CCC8D4A27C}" type="parTrans" cxnId="{C398C6C3-653E-401C-8839-EEA92EAF1425}">
      <dgm:prSet/>
      <dgm:spPr/>
      <dgm:t>
        <a:bodyPr/>
        <a:lstStyle/>
        <a:p>
          <a:endParaRPr lang="es-ES"/>
        </a:p>
      </dgm:t>
    </dgm:pt>
    <dgm:pt modelId="{18C51D8C-DB10-4652-BD2A-3441A1FFBA6E}" type="sibTrans" cxnId="{C398C6C3-653E-401C-8839-EEA92EAF1425}">
      <dgm:prSet/>
      <dgm:spPr/>
      <dgm:t>
        <a:bodyPr/>
        <a:lstStyle/>
        <a:p>
          <a:endParaRPr lang="es-ES"/>
        </a:p>
      </dgm:t>
    </dgm:pt>
    <dgm:pt modelId="{301995A6-C588-4C3C-8BA7-58A70F0D15D2}">
      <dgm:prSet phldrT="[Texto]" phldr="0"/>
      <dgm:spPr/>
      <dgm:t>
        <a:bodyPr/>
        <a:lstStyle/>
        <a:p>
          <a:r>
            <a:rPr lang="es-ES" dirty="0"/>
            <a:t>RANDOM FOREST</a:t>
          </a:r>
        </a:p>
      </dgm:t>
    </dgm:pt>
    <dgm:pt modelId="{AAB5FD88-64EB-4514-8FA5-026F4377BE57}" type="parTrans" cxnId="{BF22F263-5FC0-42A2-B0FB-076EEB02BBAA}">
      <dgm:prSet/>
      <dgm:spPr/>
      <dgm:t>
        <a:bodyPr/>
        <a:lstStyle/>
        <a:p>
          <a:endParaRPr lang="es-ES"/>
        </a:p>
      </dgm:t>
    </dgm:pt>
    <dgm:pt modelId="{AA1788BC-8CA6-415F-9F09-D9ABD7F19246}" type="sibTrans" cxnId="{BF22F263-5FC0-42A2-B0FB-076EEB02BBAA}">
      <dgm:prSet/>
      <dgm:spPr/>
      <dgm:t>
        <a:bodyPr/>
        <a:lstStyle/>
        <a:p>
          <a:endParaRPr lang="es-ES"/>
        </a:p>
      </dgm:t>
    </dgm:pt>
    <dgm:pt modelId="{ABE2114B-336C-4983-BAD4-9246AF3ED90B}">
      <dgm:prSet phldrT="[Texto]" phldr="0"/>
      <dgm:spPr/>
      <dgm:t>
        <a:bodyPr/>
        <a:lstStyle/>
        <a:p>
          <a:r>
            <a:rPr lang="es-ES" dirty="0"/>
            <a:t>RANDOM FOREST CLASS WEIGHT</a:t>
          </a:r>
        </a:p>
      </dgm:t>
    </dgm:pt>
    <dgm:pt modelId="{5BECE6A4-B21C-4D40-AFA2-2E80597FDE8F}" type="parTrans" cxnId="{A75ADDF3-FFB2-4FEE-B05F-BB1FC6B66786}">
      <dgm:prSet/>
      <dgm:spPr/>
      <dgm:t>
        <a:bodyPr/>
        <a:lstStyle/>
        <a:p>
          <a:endParaRPr lang="es-ES"/>
        </a:p>
      </dgm:t>
    </dgm:pt>
    <dgm:pt modelId="{6E22D189-02EF-4749-B9B2-27242610EDB0}" type="sibTrans" cxnId="{A75ADDF3-FFB2-4FEE-B05F-BB1FC6B66786}">
      <dgm:prSet/>
      <dgm:spPr/>
      <dgm:t>
        <a:bodyPr/>
        <a:lstStyle/>
        <a:p>
          <a:endParaRPr lang="es-ES"/>
        </a:p>
      </dgm:t>
    </dgm:pt>
    <dgm:pt modelId="{F9BB35FE-9F91-41BE-8B3A-22E9F643A695}">
      <dgm:prSet phldrT="[Texto]" phldr="0"/>
      <dgm:spPr/>
      <dgm:t>
        <a:bodyPr/>
        <a:lstStyle/>
        <a:p>
          <a:r>
            <a:rPr lang="es-ES" dirty="0"/>
            <a:t>RANDOM FOREST NORMAL</a:t>
          </a:r>
        </a:p>
      </dgm:t>
    </dgm:pt>
    <dgm:pt modelId="{95A5A3CF-E570-435D-B6D8-B8B41EC6CE1E}" type="parTrans" cxnId="{31A9D61C-6835-45A3-BEC8-B9FA1F6629A9}">
      <dgm:prSet/>
      <dgm:spPr/>
      <dgm:t>
        <a:bodyPr/>
        <a:lstStyle/>
        <a:p>
          <a:endParaRPr lang="es-ES"/>
        </a:p>
      </dgm:t>
    </dgm:pt>
    <dgm:pt modelId="{A1C4E2BE-3A5A-4F84-8DF1-23F13821657B}" type="sibTrans" cxnId="{31A9D61C-6835-45A3-BEC8-B9FA1F6629A9}">
      <dgm:prSet/>
      <dgm:spPr/>
      <dgm:t>
        <a:bodyPr/>
        <a:lstStyle/>
        <a:p>
          <a:endParaRPr lang="es-ES"/>
        </a:p>
      </dgm:t>
    </dgm:pt>
    <dgm:pt modelId="{C755B4C1-F59A-43A4-A449-DD9BBC9F4659}">
      <dgm:prSet phldrT="[Texto]" phldr="0"/>
      <dgm:spPr/>
      <dgm:t>
        <a:bodyPr/>
        <a:lstStyle/>
        <a:p>
          <a:r>
            <a:rPr lang="es-ES" dirty="0"/>
            <a:t>BALANCED RANDOM FOREST</a:t>
          </a:r>
        </a:p>
      </dgm:t>
    </dgm:pt>
    <dgm:pt modelId="{C5AD6B6E-C72C-4F71-90B5-71211698190D}" type="parTrans" cxnId="{CBB0866C-CA1A-46A9-8237-2B28654AB0C5}">
      <dgm:prSet/>
      <dgm:spPr/>
      <dgm:t>
        <a:bodyPr/>
        <a:lstStyle/>
        <a:p>
          <a:endParaRPr lang="es-ES"/>
        </a:p>
      </dgm:t>
    </dgm:pt>
    <dgm:pt modelId="{F3DF8763-AD4A-49D4-943D-1C392C033969}" type="sibTrans" cxnId="{CBB0866C-CA1A-46A9-8237-2B28654AB0C5}">
      <dgm:prSet/>
      <dgm:spPr/>
      <dgm:t>
        <a:bodyPr/>
        <a:lstStyle/>
        <a:p>
          <a:endParaRPr lang="es-ES"/>
        </a:p>
      </dgm:t>
    </dgm:pt>
    <dgm:pt modelId="{AB794A83-8B80-4F3A-B8CD-9B810AC569F6}">
      <dgm:prSet/>
      <dgm:spPr/>
      <dgm:t>
        <a:bodyPr/>
        <a:lstStyle/>
        <a:p>
          <a:pPr algn="ctr"/>
          <a:r>
            <a:rPr lang="es-ES" dirty="0"/>
            <a:t>BASADOS EN KERNELS</a:t>
          </a:r>
        </a:p>
      </dgm:t>
    </dgm:pt>
    <dgm:pt modelId="{04906579-371B-4017-8051-9246FA738A4F}" type="parTrans" cxnId="{F15A06A8-B6C1-4AD4-B179-D310AE67BEC6}">
      <dgm:prSet/>
      <dgm:spPr/>
      <dgm:t>
        <a:bodyPr/>
        <a:lstStyle/>
        <a:p>
          <a:endParaRPr lang="es-ES"/>
        </a:p>
      </dgm:t>
    </dgm:pt>
    <dgm:pt modelId="{16404B71-DEAB-42CF-8E3D-A7DDF0E5454F}" type="sibTrans" cxnId="{F15A06A8-B6C1-4AD4-B179-D310AE67BEC6}">
      <dgm:prSet/>
      <dgm:spPr/>
      <dgm:t>
        <a:bodyPr/>
        <a:lstStyle/>
        <a:p>
          <a:endParaRPr lang="es-ES"/>
        </a:p>
      </dgm:t>
    </dgm:pt>
    <dgm:pt modelId="{00A79916-83ED-4756-93AD-1F179E039A7E}" type="pres">
      <dgm:prSet presAssocID="{337A2AFD-6FE8-4FEC-86AC-FFBE9926EE7C}" presName="layout" presStyleCnt="0">
        <dgm:presLayoutVars>
          <dgm:chMax/>
          <dgm:chPref/>
          <dgm:dir/>
          <dgm:resizeHandles/>
        </dgm:presLayoutVars>
      </dgm:prSet>
      <dgm:spPr/>
    </dgm:pt>
    <dgm:pt modelId="{E2F488E0-6077-402F-9991-09A9F30A76E8}" type="pres">
      <dgm:prSet presAssocID="{9C12B53A-3A02-4FFA-89FC-305E1EAE8166}" presName="root" presStyleCnt="0">
        <dgm:presLayoutVars>
          <dgm:chMax/>
          <dgm:chPref/>
        </dgm:presLayoutVars>
      </dgm:prSet>
      <dgm:spPr/>
    </dgm:pt>
    <dgm:pt modelId="{40F12AD9-0838-4EAE-842A-8D4C3EF59419}" type="pres">
      <dgm:prSet presAssocID="{9C12B53A-3A02-4FFA-89FC-305E1EAE8166}" presName="rootComposite" presStyleCnt="0">
        <dgm:presLayoutVars/>
      </dgm:prSet>
      <dgm:spPr/>
    </dgm:pt>
    <dgm:pt modelId="{6884B14D-F4D6-4FE0-B008-36B2D30D3D4F}" type="pres">
      <dgm:prSet presAssocID="{9C12B53A-3A02-4FFA-89FC-305E1EAE8166}" presName="ParentAccent" presStyleLbl="alignNode1" presStyleIdx="0" presStyleCnt="3"/>
      <dgm:spPr/>
    </dgm:pt>
    <dgm:pt modelId="{853BEBA5-87C4-4A17-9326-5DC890897643}" type="pres">
      <dgm:prSet presAssocID="{9C12B53A-3A02-4FFA-89FC-305E1EAE8166}" presName="ParentSmallAccent" presStyleLbl="fgAcc1" presStyleIdx="0" presStyleCnt="3"/>
      <dgm:spPr/>
    </dgm:pt>
    <dgm:pt modelId="{81C55108-9472-4B37-AB76-D9BEEB2DEF46}" type="pres">
      <dgm:prSet presAssocID="{9C12B53A-3A02-4FFA-89FC-305E1EAE8166}" presName="Parent" presStyleLbl="revTx" presStyleIdx="0" presStyleCnt="9">
        <dgm:presLayoutVars>
          <dgm:chMax/>
          <dgm:chPref val="4"/>
          <dgm:bulletEnabled val="1"/>
        </dgm:presLayoutVars>
      </dgm:prSet>
      <dgm:spPr/>
    </dgm:pt>
    <dgm:pt modelId="{E35BD557-72A9-47C2-8C9A-B0EF01C3033F}" type="pres">
      <dgm:prSet presAssocID="{9C12B53A-3A02-4FFA-89FC-305E1EAE8166}" presName="childShape" presStyleCnt="0">
        <dgm:presLayoutVars>
          <dgm:chMax val="0"/>
          <dgm:chPref val="0"/>
        </dgm:presLayoutVars>
      </dgm:prSet>
      <dgm:spPr/>
    </dgm:pt>
    <dgm:pt modelId="{159B6AA2-8325-4E76-B9A9-923EDA598D03}" type="pres">
      <dgm:prSet presAssocID="{05F61DE0-6F2D-485A-880C-F1713F3419A0}" presName="childComposite" presStyleCnt="0">
        <dgm:presLayoutVars>
          <dgm:chMax val="0"/>
          <dgm:chPref val="0"/>
        </dgm:presLayoutVars>
      </dgm:prSet>
      <dgm:spPr/>
    </dgm:pt>
    <dgm:pt modelId="{DCD639CE-865E-405C-ABAD-E7F1A798D1E9}" type="pres">
      <dgm:prSet presAssocID="{05F61DE0-6F2D-485A-880C-F1713F3419A0}" presName="ChildAccent" presStyleLbl="solidFgAcc1" presStyleIdx="0" presStyleCnt="6"/>
      <dgm:spPr/>
    </dgm:pt>
    <dgm:pt modelId="{C2C8309D-589C-4151-87DB-B39BBEF789F0}" type="pres">
      <dgm:prSet presAssocID="{05F61DE0-6F2D-485A-880C-F1713F3419A0}" presName="Child" presStyleLbl="revTx" presStyleIdx="1" presStyleCnt="9">
        <dgm:presLayoutVars>
          <dgm:chMax val="0"/>
          <dgm:chPref val="0"/>
          <dgm:bulletEnabled val="1"/>
        </dgm:presLayoutVars>
      </dgm:prSet>
      <dgm:spPr/>
    </dgm:pt>
    <dgm:pt modelId="{BD202369-BE02-4045-974D-D1F23E6233D1}" type="pres">
      <dgm:prSet presAssocID="{C8003743-0FF7-47E3-AEB9-C9030F6B3A45}" presName="childComposite" presStyleCnt="0">
        <dgm:presLayoutVars>
          <dgm:chMax val="0"/>
          <dgm:chPref val="0"/>
        </dgm:presLayoutVars>
      </dgm:prSet>
      <dgm:spPr/>
    </dgm:pt>
    <dgm:pt modelId="{8944AB74-FB21-47EA-BD82-0FAACDD623DC}" type="pres">
      <dgm:prSet presAssocID="{C8003743-0FF7-47E3-AEB9-C9030F6B3A45}" presName="ChildAccent" presStyleLbl="solidFgAcc1" presStyleIdx="1" presStyleCnt="6"/>
      <dgm:spPr/>
    </dgm:pt>
    <dgm:pt modelId="{69D11634-BB1D-4A3C-856E-F66965E39D77}" type="pres">
      <dgm:prSet presAssocID="{C8003743-0FF7-47E3-AEB9-C9030F6B3A45}" presName="Child" presStyleLbl="revTx" presStyleIdx="2" presStyleCnt="9">
        <dgm:presLayoutVars>
          <dgm:chMax val="0"/>
          <dgm:chPref val="0"/>
          <dgm:bulletEnabled val="1"/>
        </dgm:presLayoutVars>
      </dgm:prSet>
      <dgm:spPr/>
    </dgm:pt>
    <dgm:pt modelId="{DB35C86E-4EA2-4FAC-B32F-25C812E0EEBF}" type="pres">
      <dgm:prSet presAssocID="{A536DB18-99B4-481F-A8F6-195DF9DA7473}" presName="childComposite" presStyleCnt="0">
        <dgm:presLayoutVars>
          <dgm:chMax val="0"/>
          <dgm:chPref val="0"/>
        </dgm:presLayoutVars>
      </dgm:prSet>
      <dgm:spPr/>
    </dgm:pt>
    <dgm:pt modelId="{AA1D7E3B-1492-4A0D-BF1C-1FBBDE4A847B}" type="pres">
      <dgm:prSet presAssocID="{A536DB18-99B4-481F-A8F6-195DF9DA7473}" presName="ChildAccent" presStyleLbl="solidFgAcc1" presStyleIdx="2" presStyleCnt="6"/>
      <dgm:spPr/>
    </dgm:pt>
    <dgm:pt modelId="{917739B1-90C5-4D23-A193-247EF0633914}" type="pres">
      <dgm:prSet presAssocID="{A536DB18-99B4-481F-A8F6-195DF9DA7473}" presName="Child" presStyleLbl="revTx" presStyleIdx="3" presStyleCnt="9">
        <dgm:presLayoutVars>
          <dgm:chMax val="0"/>
          <dgm:chPref val="0"/>
          <dgm:bulletEnabled val="1"/>
        </dgm:presLayoutVars>
      </dgm:prSet>
      <dgm:spPr/>
    </dgm:pt>
    <dgm:pt modelId="{F9365178-0F61-42F9-B4D0-7149109B7725}" type="pres">
      <dgm:prSet presAssocID="{301995A6-C588-4C3C-8BA7-58A70F0D15D2}" presName="root" presStyleCnt="0">
        <dgm:presLayoutVars>
          <dgm:chMax/>
          <dgm:chPref/>
        </dgm:presLayoutVars>
      </dgm:prSet>
      <dgm:spPr/>
    </dgm:pt>
    <dgm:pt modelId="{EC0F1B92-3210-4EB1-9986-AAB1F12C2780}" type="pres">
      <dgm:prSet presAssocID="{301995A6-C588-4C3C-8BA7-58A70F0D15D2}" presName="rootComposite" presStyleCnt="0">
        <dgm:presLayoutVars/>
      </dgm:prSet>
      <dgm:spPr/>
    </dgm:pt>
    <dgm:pt modelId="{9ED78D4B-5A5A-4FAB-8AAE-270FDD2F2A5D}" type="pres">
      <dgm:prSet presAssocID="{301995A6-C588-4C3C-8BA7-58A70F0D15D2}" presName="ParentAccent" presStyleLbl="alignNode1" presStyleIdx="1" presStyleCnt="3"/>
      <dgm:spPr/>
    </dgm:pt>
    <dgm:pt modelId="{45DA206F-4635-41BF-91C6-E3BF274EAFB9}" type="pres">
      <dgm:prSet presAssocID="{301995A6-C588-4C3C-8BA7-58A70F0D15D2}" presName="ParentSmallAccent" presStyleLbl="fgAcc1" presStyleIdx="1" presStyleCnt="3"/>
      <dgm:spPr/>
    </dgm:pt>
    <dgm:pt modelId="{C544D08D-324E-4686-B43C-4EFC080E1E3D}" type="pres">
      <dgm:prSet presAssocID="{301995A6-C588-4C3C-8BA7-58A70F0D15D2}" presName="Parent" presStyleLbl="revTx" presStyleIdx="4" presStyleCnt="9">
        <dgm:presLayoutVars>
          <dgm:chMax/>
          <dgm:chPref val="4"/>
          <dgm:bulletEnabled val="1"/>
        </dgm:presLayoutVars>
      </dgm:prSet>
      <dgm:spPr/>
    </dgm:pt>
    <dgm:pt modelId="{C704C240-A618-43AB-A52B-6CAC85B1FF0E}" type="pres">
      <dgm:prSet presAssocID="{301995A6-C588-4C3C-8BA7-58A70F0D15D2}" presName="childShape" presStyleCnt="0">
        <dgm:presLayoutVars>
          <dgm:chMax val="0"/>
          <dgm:chPref val="0"/>
        </dgm:presLayoutVars>
      </dgm:prSet>
      <dgm:spPr/>
    </dgm:pt>
    <dgm:pt modelId="{2E84E17F-8FFD-4FEC-A43E-D72751C47D16}" type="pres">
      <dgm:prSet presAssocID="{ABE2114B-336C-4983-BAD4-9246AF3ED90B}" presName="childComposite" presStyleCnt="0">
        <dgm:presLayoutVars>
          <dgm:chMax val="0"/>
          <dgm:chPref val="0"/>
        </dgm:presLayoutVars>
      </dgm:prSet>
      <dgm:spPr/>
    </dgm:pt>
    <dgm:pt modelId="{18D5D659-8932-41B0-8FE1-FBB50B853B72}" type="pres">
      <dgm:prSet presAssocID="{ABE2114B-336C-4983-BAD4-9246AF3ED90B}" presName="ChildAccent" presStyleLbl="solidFgAcc1" presStyleIdx="3" presStyleCnt="6"/>
      <dgm:spPr/>
    </dgm:pt>
    <dgm:pt modelId="{9ACDC39D-0613-4E1D-9F29-B30A3E53DC27}" type="pres">
      <dgm:prSet presAssocID="{ABE2114B-336C-4983-BAD4-9246AF3ED90B}" presName="Child" presStyleLbl="revTx" presStyleIdx="5" presStyleCnt="9">
        <dgm:presLayoutVars>
          <dgm:chMax val="0"/>
          <dgm:chPref val="0"/>
          <dgm:bulletEnabled val="1"/>
        </dgm:presLayoutVars>
      </dgm:prSet>
      <dgm:spPr/>
    </dgm:pt>
    <dgm:pt modelId="{635175F2-1F96-4482-AE26-3B10774299D2}" type="pres">
      <dgm:prSet presAssocID="{F9BB35FE-9F91-41BE-8B3A-22E9F643A695}" presName="childComposite" presStyleCnt="0">
        <dgm:presLayoutVars>
          <dgm:chMax val="0"/>
          <dgm:chPref val="0"/>
        </dgm:presLayoutVars>
      </dgm:prSet>
      <dgm:spPr/>
    </dgm:pt>
    <dgm:pt modelId="{FE0211FC-60D6-4507-BE28-3AB361AD6D4C}" type="pres">
      <dgm:prSet presAssocID="{F9BB35FE-9F91-41BE-8B3A-22E9F643A695}" presName="ChildAccent" presStyleLbl="solidFgAcc1" presStyleIdx="4" presStyleCnt="6"/>
      <dgm:spPr/>
    </dgm:pt>
    <dgm:pt modelId="{44EC9DAC-6BC9-4086-AF0A-810A2F538FC7}" type="pres">
      <dgm:prSet presAssocID="{F9BB35FE-9F91-41BE-8B3A-22E9F643A695}" presName="Child" presStyleLbl="revTx" presStyleIdx="6" presStyleCnt="9">
        <dgm:presLayoutVars>
          <dgm:chMax val="0"/>
          <dgm:chPref val="0"/>
          <dgm:bulletEnabled val="1"/>
        </dgm:presLayoutVars>
      </dgm:prSet>
      <dgm:spPr/>
    </dgm:pt>
    <dgm:pt modelId="{618206A2-6F9D-46E7-82EB-3898B2C39DB3}" type="pres">
      <dgm:prSet presAssocID="{C755B4C1-F59A-43A4-A449-DD9BBC9F4659}" presName="childComposite" presStyleCnt="0">
        <dgm:presLayoutVars>
          <dgm:chMax val="0"/>
          <dgm:chPref val="0"/>
        </dgm:presLayoutVars>
      </dgm:prSet>
      <dgm:spPr/>
    </dgm:pt>
    <dgm:pt modelId="{81FCF31C-5710-41A5-A9CB-DDEAE8B4073F}" type="pres">
      <dgm:prSet presAssocID="{C755B4C1-F59A-43A4-A449-DD9BBC9F4659}" presName="ChildAccent" presStyleLbl="solidFgAcc1" presStyleIdx="5" presStyleCnt="6"/>
      <dgm:spPr/>
    </dgm:pt>
    <dgm:pt modelId="{E6322B68-8DD2-4244-8FA3-F1FC8144AF5D}" type="pres">
      <dgm:prSet presAssocID="{C755B4C1-F59A-43A4-A449-DD9BBC9F4659}" presName="Child" presStyleLbl="revTx" presStyleIdx="7" presStyleCnt="9">
        <dgm:presLayoutVars>
          <dgm:chMax val="0"/>
          <dgm:chPref val="0"/>
          <dgm:bulletEnabled val="1"/>
        </dgm:presLayoutVars>
      </dgm:prSet>
      <dgm:spPr/>
    </dgm:pt>
    <dgm:pt modelId="{900474B0-987A-456E-9385-E5ED971340F1}" type="pres">
      <dgm:prSet presAssocID="{AB794A83-8B80-4F3A-B8CD-9B810AC569F6}" presName="root" presStyleCnt="0">
        <dgm:presLayoutVars>
          <dgm:chMax/>
          <dgm:chPref/>
        </dgm:presLayoutVars>
      </dgm:prSet>
      <dgm:spPr/>
    </dgm:pt>
    <dgm:pt modelId="{8ABDA3D7-8E40-4DF9-879B-953422B4BD3E}" type="pres">
      <dgm:prSet presAssocID="{AB794A83-8B80-4F3A-B8CD-9B810AC569F6}" presName="rootComposite" presStyleCnt="0">
        <dgm:presLayoutVars/>
      </dgm:prSet>
      <dgm:spPr/>
    </dgm:pt>
    <dgm:pt modelId="{0DDC190D-B6D5-475C-8AF0-19CC2C6AEF18}" type="pres">
      <dgm:prSet presAssocID="{AB794A83-8B80-4F3A-B8CD-9B810AC569F6}" presName="ParentAccent" presStyleLbl="alignNode1" presStyleIdx="2" presStyleCnt="3"/>
      <dgm:spPr/>
    </dgm:pt>
    <dgm:pt modelId="{8B3087E9-DC16-49BB-83FC-709D087D7759}" type="pres">
      <dgm:prSet presAssocID="{AB794A83-8B80-4F3A-B8CD-9B810AC569F6}" presName="ParentSmallAccent" presStyleLbl="fgAcc1" presStyleIdx="2" presStyleCnt="3"/>
      <dgm:spPr/>
    </dgm:pt>
    <dgm:pt modelId="{C84258D3-F0B9-4244-B906-714E22C03FFA}" type="pres">
      <dgm:prSet presAssocID="{AB794A83-8B80-4F3A-B8CD-9B810AC569F6}" presName="Parent" presStyleLbl="revTx" presStyleIdx="8" presStyleCnt="9">
        <dgm:presLayoutVars>
          <dgm:chMax/>
          <dgm:chPref val="4"/>
          <dgm:bulletEnabled val="1"/>
        </dgm:presLayoutVars>
      </dgm:prSet>
      <dgm:spPr/>
    </dgm:pt>
    <dgm:pt modelId="{C32D4EB5-94BD-4892-AA73-997798367611}" type="pres">
      <dgm:prSet presAssocID="{AB794A83-8B80-4F3A-B8CD-9B810AC569F6}" presName="childShape" presStyleCnt="0">
        <dgm:presLayoutVars>
          <dgm:chMax val="0"/>
          <dgm:chPref val="0"/>
        </dgm:presLayoutVars>
      </dgm:prSet>
      <dgm:spPr/>
    </dgm:pt>
  </dgm:ptLst>
  <dgm:cxnLst>
    <dgm:cxn modelId="{8D961706-EF87-4831-A0D9-6BC3CDA5E039}" type="presOf" srcId="{9C12B53A-3A02-4FFA-89FC-305E1EAE8166}" destId="{81C55108-9472-4B37-AB76-D9BEEB2DEF46}" srcOrd="0" destOrd="0" presId="urn:microsoft.com/office/officeart/2008/layout/SquareAccentList"/>
    <dgm:cxn modelId="{F2388C17-30DA-4C13-8737-317305CBE4CC}" type="presOf" srcId="{C755B4C1-F59A-43A4-A449-DD9BBC9F4659}" destId="{E6322B68-8DD2-4244-8FA3-F1FC8144AF5D}" srcOrd="0" destOrd="0" presId="urn:microsoft.com/office/officeart/2008/layout/SquareAccentList"/>
    <dgm:cxn modelId="{31A9D61C-6835-45A3-BEC8-B9FA1F6629A9}" srcId="{301995A6-C588-4C3C-8BA7-58A70F0D15D2}" destId="{F9BB35FE-9F91-41BE-8B3A-22E9F643A695}" srcOrd="1" destOrd="0" parTransId="{95A5A3CF-E570-435D-B6D8-B8B41EC6CE1E}" sibTransId="{A1C4E2BE-3A5A-4F84-8DF1-23F13821657B}"/>
    <dgm:cxn modelId="{02B1281D-EFBB-46C1-816F-0A554F370526}" type="presOf" srcId="{F9BB35FE-9F91-41BE-8B3A-22E9F643A695}" destId="{44EC9DAC-6BC9-4086-AF0A-810A2F538FC7}" srcOrd="0" destOrd="0" presId="urn:microsoft.com/office/officeart/2008/layout/SquareAccentList"/>
    <dgm:cxn modelId="{9E409239-BAEC-434E-A230-C6907E8B8331}" srcId="{9C12B53A-3A02-4FFA-89FC-305E1EAE8166}" destId="{C8003743-0FF7-47E3-AEB9-C9030F6B3A45}" srcOrd="1" destOrd="0" parTransId="{01832B5A-C836-4DBB-AD38-05991926FEFC}" sibTransId="{BD85DE7E-9659-4444-A18D-62F50377EEE1}"/>
    <dgm:cxn modelId="{BF22F263-5FC0-42A2-B0FB-076EEB02BBAA}" srcId="{337A2AFD-6FE8-4FEC-86AC-FFBE9926EE7C}" destId="{301995A6-C588-4C3C-8BA7-58A70F0D15D2}" srcOrd="1" destOrd="0" parTransId="{AAB5FD88-64EB-4514-8FA5-026F4377BE57}" sibTransId="{AA1788BC-8CA6-415F-9F09-D9ABD7F19246}"/>
    <dgm:cxn modelId="{CBB0866C-CA1A-46A9-8237-2B28654AB0C5}" srcId="{301995A6-C588-4C3C-8BA7-58A70F0D15D2}" destId="{C755B4C1-F59A-43A4-A449-DD9BBC9F4659}" srcOrd="2" destOrd="0" parTransId="{C5AD6B6E-C72C-4F71-90B5-71211698190D}" sibTransId="{F3DF8763-AD4A-49D4-943D-1C392C033969}"/>
    <dgm:cxn modelId="{CA90CF73-E8C9-4C7C-9D74-1BAB208C6C90}" type="presOf" srcId="{ABE2114B-336C-4983-BAD4-9246AF3ED90B}" destId="{9ACDC39D-0613-4E1D-9F29-B30A3E53DC27}" srcOrd="0" destOrd="0" presId="urn:microsoft.com/office/officeart/2008/layout/SquareAccentList"/>
    <dgm:cxn modelId="{EDD8BD54-6D56-49C0-B753-C93E02F8A507}" type="presOf" srcId="{337A2AFD-6FE8-4FEC-86AC-FFBE9926EE7C}" destId="{00A79916-83ED-4756-93AD-1F179E039A7E}" srcOrd="0" destOrd="0" presId="urn:microsoft.com/office/officeart/2008/layout/SquareAccentList"/>
    <dgm:cxn modelId="{1DE5CD55-EBB8-45EA-A340-3A6C0ED57300}" type="presOf" srcId="{A536DB18-99B4-481F-A8F6-195DF9DA7473}" destId="{917739B1-90C5-4D23-A193-247EF0633914}" srcOrd="0" destOrd="0" presId="urn:microsoft.com/office/officeart/2008/layout/SquareAccentList"/>
    <dgm:cxn modelId="{92566657-C80E-484B-832C-1BC762306EF8}" type="presOf" srcId="{301995A6-C588-4C3C-8BA7-58A70F0D15D2}" destId="{C544D08D-324E-4686-B43C-4EFC080E1E3D}" srcOrd="0" destOrd="0" presId="urn:microsoft.com/office/officeart/2008/layout/SquareAccentList"/>
    <dgm:cxn modelId="{1AA59E83-0FEA-403A-855C-34B80EDA2E9F}" srcId="{337A2AFD-6FE8-4FEC-86AC-FFBE9926EE7C}" destId="{9C12B53A-3A02-4FFA-89FC-305E1EAE8166}" srcOrd="0" destOrd="0" parTransId="{CB3773CE-1715-4F9B-8D5F-BA59E9C60B24}" sibTransId="{FC709A88-030F-4E09-8014-0AD34629D011}"/>
    <dgm:cxn modelId="{F15A06A8-B6C1-4AD4-B179-D310AE67BEC6}" srcId="{337A2AFD-6FE8-4FEC-86AC-FFBE9926EE7C}" destId="{AB794A83-8B80-4F3A-B8CD-9B810AC569F6}" srcOrd="2" destOrd="0" parTransId="{04906579-371B-4017-8051-9246FA738A4F}" sibTransId="{16404B71-DEAB-42CF-8E3D-A7DDF0E5454F}"/>
    <dgm:cxn modelId="{C398C6C3-653E-401C-8839-EEA92EAF1425}" srcId="{9C12B53A-3A02-4FFA-89FC-305E1EAE8166}" destId="{A536DB18-99B4-481F-A8F6-195DF9DA7473}" srcOrd="2" destOrd="0" parTransId="{02273951-9089-47F2-BFD6-91CCC8D4A27C}" sibTransId="{18C51D8C-DB10-4652-BD2A-3441A1FFBA6E}"/>
    <dgm:cxn modelId="{41E5DAE0-DE6E-4FC8-9D71-2414838D0E4B}" type="presOf" srcId="{C8003743-0FF7-47E3-AEB9-C9030F6B3A45}" destId="{69D11634-BB1D-4A3C-856E-F66965E39D77}" srcOrd="0" destOrd="0" presId="urn:microsoft.com/office/officeart/2008/layout/SquareAccentList"/>
    <dgm:cxn modelId="{FF4702E4-6306-4C26-AE36-5D02D680BE10}" type="presOf" srcId="{05F61DE0-6F2D-485A-880C-F1713F3419A0}" destId="{C2C8309D-589C-4151-87DB-B39BBEF789F0}" srcOrd="0" destOrd="0" presId="urn:microsoft.com/office/officeart/2008/layout/SquareAccentList"/>
    <dgm:cxn modelId="{71F2CDE4-F9DF-4385-BE71-747932BB4092}" type="presOf" srcId="{AB794A83-8B80-4F3A-B8CD-9B810AC569F6}" destId="{C84258D3-F0B9-4244-B906-714E22C03FFA}" srcOrd="0" destOrd="0" presId="urn:microsoft.com/office/officeart/2008/layout/SquareAccentList"/>
    <dgm:cxn modelId="{944CA3F2-F847-4DEC-9F6B-F4BFD7D8EDEB}" srcId="{9C12B53A-3A02-4FFA-89FC-305E1EAE8166}" destId="{05F61DE0-6F2D-485A-880C-F1713F3419A0}" srcOrd="0" destOrd="0" parTransId="{4A5AA097-82AE-4483-879B-EAE4172F22DF}" sibTransId="{D0C27AA9-4BF8-46D1-8E30-59F09FF5BDAA}"/>
    <dgm:cxn modelId="{A75ADDF3-FFB2-4FEE-B05F-BB1FC6B66786}" srcId="{301995A6-C588-4C3C-8BA7-58A70F0D15D2}" destId="{ABE2114B-336C-4983-BAD4-9246AF3ED90B}" srcOrd="0" destOrd="0" parTransId="{5BECE6A4-B21C-4D40-AFA2-2E80597FDE8F}" sibTransId="{6E22D189-02EF-4749-B9B2-27242610EDB0}"/>
    <dgm:cxn modelId="{4B77DDE5-2535-4C2F-989D-29A2ED2BBF59}" type="presParOf" srcId="{00A79916-83ED-4756-93AD-1F179E039A7E}" destId="{E2F488E0-6077-402F-9991-09A9F30A76E8}" srcOrd="0" destOrd="0" presId="urn:microsoft.com/office/officeart/2008/layout/SquareAccentList"/>
    <dgm:cxn modelId="{71615E16-B9D7-4887-AF36-1DB2871C678F}" type="presParOf" srcId="{E2F488E0-6077-402F-9991-09A9F30A76E8}" destId="{40F12AD9-0838-4EAE-842A-8D4C3EF59419}" srcOrd="0" destOrd="0" presId="urn:microsoft.com/office/officeart/2008/layout/SquareAccentList"/>
    <dgm:cxn modelId="{4A2A1A82-20C8-4DCD-8695-BA533DC8B43D}" type="presParOf" srcId="{40F12AD9-0838-4EAE-842A-8D4C3EF59419}" destId="{6884B14D-F4D6-4FE0-B008-36B2D30D3D4F}" srcOrd="0" destOrd="0" presId="urn:microsoft.com/office/officeart/2008/layout/SquareAccentList"/>
    <dgm:cxn modelId="{DE1671BA-0F89-458D-AD95-0083F904BF42}" type="presParOf" srcId="{40F12AD9-0838-4EAE-842A-8D4C3EF59419}" destId="{853BEBA5-87C4-4A17-9326-5DC890897643}" srcOrd="1" destOrd="0" presId="urn:microsoft.com/office/officeart/2008/layout/SquareAccentList"/>
    <dgm:cxn modelId="{E4C4D368-C484-4DDB-829C-89C83B62F23F}" type="presParOf" srcId="{40F12AD9-0838-4EAE-842A-8D4C3EF59419}" destId="{81C55108-9472-4B37-AB76-D9BEEB2DEF46}" srcOrd="2" destOrd="0" presId="urn:microsoft.com/office/officeart/2008/layout/SquareAccentList"/>
    <dgm:cxn modelId="{904FD34C-020F-4BEA-B667-84FCF0D0DB48}" type="presParOf" srcId="{E2F488E0-6077-402F-9991-09A9F30A76E8}" destId="{E35BD557-72A9-47C2-8C9A-B0EF01C3033F}" srcOrd="1" destOrd="0" presId="urn:microsoft.com/office/officeart/2008/layout/SquareAccentList"/>
    <dgm:cxn modelId="{75A7AB4E-7569-4701-8B05-EBC500D63D24}" type="presParOf" srcId="{E35BD557-72A9-47C2-8C9A-B0EF01C3033F}" destId="{159B6AA2-8325-4E76-B9A9-923EDA598D03}" srcOrd="0" destOrd="0" presId="urn:microsoft.com/office/officeart/2008/layout/SquareAccentList"/>
    <dgm:cxn modelId="{B5397502-F2EF-4F96-9571-7B9411851BC0}" type="presParOf" srcId="{159B6AA2-8325-4E76-B9A9-923EDA598D03}" destId="{DCD639CE-865E-405C-ABAD-E7F1A798D1E9}" srcOrd="0" destOrd="0" presId="urn:microsoft.com/office/officeart/2008/layout/SquareAccentList"/>
    <dgm:cxn modelId="{F13D1105-D63A-4C60-B587-607CAFB8AC85}" type="presParOf" srcId="{159B6AA2-8325-4E76-B9A9-923EDA598D03}" destId="{C2C8309D-589C-4151-87DB-B39BBEF789F0}" srcOrd="1" destOrd="0" presId="urn:microsoft.com/office/officeart/2008/layout/SquareAccentList"/>
    <dgm:cxn modelId="{A0A743B6-9C2E-4937-BC40-0759BA39A205}" type="presParOf" srcId="{E35BD557-72A9-47C2-8C9A-B0EF01C3033F}" destId="{BD202369-BE02-4045-974D-D1F23E6233D1}" srcOrd="1" destOrd="0" presId="urn:microsoft.com/office/officeart/2008/layout/SquareAccentList"/>
    <dgm:cxn modelId="{F27DE2BA-D0B4-4AC3-BAEB-1CE515498676}" type="presParOf" srcId="{BD202369-BE02-4045-974D-D1F23E6233D1}" destId="{8944AB74-FB21-47EA-BD82-0FAACDD623DC}" srcOrd="0" destOrd="0" presId="urn:microsoft.com/office/officeart/2008/layout/SquareAccentList"/>
    <dgm:cxn modelId="{A06498A9-EB23-4EEB-B443-C44D441EB384}" type="presParOf" srcId="{BD202369-BE02-4045-974D-D1F23E6233D1}" destId="{69D11634-BB1D-4A3C-856E-F66965E39D77}" srcOrd="1" destOrd="0" presId="urn:microsoft.com/office/officeart/2008/layout/SquareAccentList"/>
    <dgm:cxn modelId="{850EF50E-8565-48C6-9F42-AA741A1CBE88}" type="presParOf" srcId="{E35BD557-72A9-47C2-8C9A-B0EF01C3033F}" destId="{DB35C86E-4EA2-4FAC-B32F-25C812E0EEBF}" srcOrd="2" destOrd="0" presId="urn:microsoft.com/office/officeart/2008/layout/SquareAccentList"/>
    <dgm:cxn modelId="{FAC28194-1801-4ADD-BA9E-B0C746EA7074}" type="presParOf" srcId="{DB35C86E-4EA2-4FAC-B32F-25C812E0EEBF}" destId="{AA1D7E3B-1492-4A0D-BF1C-1FBBDE4A847B}" srcOrd="0" destOrd="0" presId="urn:microsoft.com/office/officeart/2008/layout/SquareAccentList"/>
    <dgm:cxn modelId="{2BFA811D-4332-43A5-A990-FDF25D7BBAC2}" type="presParOf" srcId="{DB35C86E-4EA2-4FAC-B32F-25C812E0EEBF}" destId="{917739B1-90C5-4D23-A193-247EF0633914}" srcOrd="1" destOrd="0" presId="urn:microsoft.com/office/officeart/2008/layout/SquareAccentList"/>
    <dgm:cxn modelId="{2F5BB22E-55EF-4250-A1B7-A5131012FA0A}" type="presParOf" srcId="{00A79916-83ED-4756-93AD-1F179E039A7E}" destId="{F9365178-0F61-42F9-B4D0-7149109B7725}" srcOrd="1" destOrd="0" presId="urn:microsoft.com/office/officeart/2008/layout/SquareAccentList"/>
    <dgm:cxn modelId="{FC2ABE68-A307-4DC3-A3B0-D28DFE6B592B}" type="presParOf" srcId="{F9365178-0F61-42F9-B4D0-7149109B7725}" destId="{EC0F1B92-3210-4EB1-9986-AAB1F12C2780}" srcOrd="0" destOrd="0" presId="urn:microsoft.com/office/officeart/2008/layout/SquareAccentList"/>
    <dgm:cxn modelId="{E4F67B94-730D-4A50-B6C6-45A609F67A05}" type="presParOf" srcId="{EC0F1B92-3210-4EB1-9986-AAB1F12C2780}" destId="{9ED78D4B-5A5A-4FAB-8AAE-270FDD2F2A5D}" srcOrd="0" destOrd="0" presId="urn:microsoft.com/office/officeart/2008/layout/SquareAccentList"/>
    <dgm:cxn modelId="{56DD49F2-4135-4BDF-AAE2-A5945D616885}" type="presParOf" srcId="{EC0F1B92-3210-4EB1-9986-AAB1F12C2780}" destId="{45DA206F-4635-41BF-91C6-E3BF274EAFB9}" srcOrd="1" destOrd="0" presId="urn:microsoft.com/office/officeart/2008/layout/SquareAccentList"/>
    <dgm:cxn modelId="{23E276B7-1C4E-4B80-A393-9F81A13DE01C}" type="presParOf" srcId="{EC0F1B92-3210-4EB1-9986-AAB1F12C2780}" destId="{C544D08D-324E-4686-B43C-4EFC080E1E3D}" srcOrd="2" destOrd="0" presId="urn:microsoft.com/office/officeart/2008/layout/SquareAccentList"/>
    <dgm:cxn modelId="{753F839F-F5C8-40DD-BCE2-9F65B9D4E488}" type="presParOf" srcId="{F9365178-0F61-42F9-B4D0-7149109B7725}" destId="{C704C240-A618-43AB-A52B-6CAC85B1FF0E}" srcOrd="1" destOrd="0" presId="urn:microsoft.com/office/officeart/2008/layout/SquareAccentList"/>
    <dgm:cxn modelId="{854621D3-6AFA-49E8-81F1-288A20A2F671}" type="presParOf" srcId="{C704C240-A618-43AB-A52B-6CAC85B1FF0E}" destId="{2E84E17F-8FFD-4FEC-A43E-D72751C47D16}" srcOrd="0" destOrd="0" presId="urn:microsoft.com/office/officeart/2008/layout/SquareAccentList"/>
    <dgm:cxn modelId="{AF1D018D-6269-4947-B41A-C7F6BD8D47B7}" type="presParOf" srcId="{2E84E17F-8FFD-4FEC-A43E-D72751C47D16}" destId="{18D5D659-8932-41B0-8FE1-FBB50B853B72}" srcOrd="0" destOrd="0" presId="urn:microsoft.com/office/officeart/2008/layout/SquareAccentList"/>
    <dgm:cxn modelId="{74194942-6209-46D2-B784-C8861CE1E83B}" type="presParOf" srcId="{2E84E17F-8FFD-4FEC-A43E-D72751C47D16}" destId="{9ACDC39D-0613-4E1D-9F29-B30A3E53DC27}" srcOrd="1" destOrd="0" presId="urn:microsoft.com/office/officeart/2008/layout/SquareAccentList"/>
    <dgm:cxn modelId="{B33BBDF4-067E-42B4-A163-86B14046D2FD}" type="presParOf" srcId="{C704C240-A618-43AB-A52B-6CAC85B1FF0E}" destId="{635175F2-1F96-4482-AE26-3B10774299D2}" srcOrd="1" destOrd="0" presId="urn:microsoft.com/office/officeart/2008/layout/SquareAccentList"/>
    <dgm:cxn modelId="{8852865B-B261-4709-A68C-2D34F26854C6}" type="presParOf" srcId="{635175F2-1F96-4482-AE26-3B10774299D2}" destId="{FE0211FC-60D6-4507-BE28-3AB361AD6D4C}" srcOrd="0" destOrd="0" presId="urn:microsoft.com/office/officeart/2008/layout/SquareAccentList"/>
    <dgm:cxn modelId="{BDE1C761-7319-437A-B7F9-23223403FC38}" type="presParOf" srcId="{635175F2-1F96-4482-AE26-3B10774299D2}" destId="{44EC9DAC-6BC9-4086-AF0A-810A2F538FC7}" srcOrd="1" destOrd="0" presId="urn:microsoft.com/office/officeart/2008/layout/SquareAccentList"/>
    <dgm:cxn modelId="{E291F46E-833B-4342-B4B8-A1DC604D9F76}" type="presParOf" srcId="{C704C240-A618-43AB-A52B-6CAC85B1FF0E}" destId="{618206A2-6F9D-46E7-82EB-3898B2C39DB3}" srcOrd="2" destOrd="0" presId="urn:microsoft.com/office/officeart/2008/layout/SquareAccentList"/>
    <dgm:cxn modelId="{7E62A7EB-0473-4056-9721-56EF2ADA4A7F}" type="presParOf" srcId="{618206A2-6F9D-46E7-82EB-3898B2C39DB3}" destId="{81FCF31C-5710-41A5-A9CB-DDEAE8B4073F}" srcOrd="0" destOrd="0" presId="urn:microsoft.com/office/officeart/2008/layout/SquareAccentList"/>
    <dgm:cxn modelId="{BC8947D1-81C1-4ADB-8B05-F320D6F9132A}" type="presParOf" srcId="{618206A2-6F9D-46E7-82EB-3898B2C39DB3}" destId="{E6322B68-8DD2-4244-8FA3-F1FC8144AF5D}" srcOrd="1" destOrd="0" presId="urn:microsoft.com/office/officeart/2008/layout/SquareAccentList"/>
    <dgm:cxn modelId="{2FA57E5F-60CD-4D0B-A23C-AEADDDD246E6}" type="presParOf" srcId="{00A79916-83ED-4756-93AD-1F179E039A7E}" destId="{900474B0-987A-456E-9385-E5ED971340F1}" srcOrd="2" destOrd="0" presId="urn:microsoft.com/office/officeart/2008/layout/SquareAccentList"/>
    <dgm:cxn modelId="{A5B3D6D8-E8A8-4207-A0A8-C946214A9D67}" type="presParOf" srcId="{900474B0-987A-456E-9385-E5ED971340F1}" destId="{8ABDA3D7-8E40-4DF9-879B-953422B4BD3E}" srcOrd="0" destOrd="0" presId="urn:microsoft.com/office/officeart/2008/layout/SquareAccentList"/>
    <dgm:cxn modelId="{7207EF0F-470B-4A82-8A22-2CFB7FF5FAA7}" type="presParOf" srcId="{8ABDA3D7-8E40-4DF9-879B-953422B4BD3E}" destId="{0DDC190D-B6D5-475C-8AF0-19CC2C6AEF18}" srcOrd="0" destOrd="0" presId="urn:microsoft.com/office/officeart/2008/layout/SquareAccentList"/>
    <dgm:cxn modelId="{84FE03D0-02A8-4D26-BDBD-0662C6298372}" type="presParOf" srcId="{8ABDA3D7-8E40-4DF9-879B-953422B4BD3E}" destId="{8B3087E9-DC16-49BB-83FC-709D087D7759}" srcOrd="1" destOrd="0" presId="urn:microsoft.com/office/officeart/2008/layout/SquareAccentList"/>
    <dgm:cxn modelId="{E34AF049-D60C-4A0C-8D08-77698A37356E}" type="presParOf" srcId="{8ABDA3D7-8E40-4DF9-879B-953422B4BD3E}" destId="{C84258D3-F0B9-4244-B906-714E22C03FFA}" srcOrd="2" destOrd="0" presId="urn:microsoft.com/office/officeart/2008/layout/SquareAccentList"/>
    <dgm:cxn modelId="{E9A89E9E-3E20-4648-B5C6-A8E9EFDC40E5}" type="presParOf" srcId="{900474B0-987A-456E-9385-E5ED971340F1}" destId="{C32D4EB5-94BD-4892-AA73-997798367611}" srcOrd="1" destOrd="0" presId="urn:microsoft.com/office/officeart/2008/layout/Squa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16A92C-EFAB-4D90-95E2-B6127872428B}">
      <dsp:nvSpPr>
        <dsp:cNvPr id="0" name=""/>
        <dsp:cNvSpPr/>
      </dsp:nvSpPr>
      <dsp:spPr>
        <a:xfrm>
          <a:off x="-4870175" y="-741584"/>
          <a:ext cx="5763313" cy="5763313"/>
        </a:xfrm>
        <a:prstGeom prst="blockArc">
          <a:avLst>
            <a:gd name="adj1" fmla="val 18900000"/>
            <a:gd name="adj2" fmla="val 2700000"/>
            <a:gd name="adj3" fmla="val 375"/>
          </a:avLst>
        </a:pr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E776394-F8CC-4A93-85DF-568588E331E1}">
      <dsp:nvSpPr>
        <dsp:cNvPr id="0" name=""/>
        <dsp:cNvSpPr/>
      </dsp:nvSpPr>
      <dsp:spPr>
        <a:xfrm>
          <a:off x="563250" y="428014"/>
          <a:ext cx="7714765" cy="85602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9473" tIns="48260" rIns="48260" bIns="48260" numCol="1" spcCol="1270" anchor="ctr" anchorCtr="0">
          <a:noAutofit/>
        </a:bodyPr>
        <a:lstStyle/>
        <a:p>
          <a:pPr marL="0" lvl="0" indent="0" algn="just" defTabSz="844550">
            <a:lnSpc>
              <a:spcPct val="90000"/>
            </a:lnSpc>
            <a:spcBef>
              <a:spcPct val="0"/>
            </a:spcBef>
            <a:spcAft>
              <a:spcPct val="35000"/>
            </a:spcAft>
            <a:buFont typeface="Courier New" panose="02070309020205020404" pitchFamily="49" charset="0"/>
            <a:buNone/>
          </a:pPr>
          <a:r>
            <a:rPr lang="es-ES" sz="1900" b="1" kern="1200" dirty="0"/>
            <a:t>Obtención de datos y puesta a punto. En este paso se detallan los procesos de obtención de los 32 parámetros característicos a partir del </a:t>
          </a:r>
          <a:r>
            <a:rPr lang="es-ES" sz="1900" b="1" kern="1200" dirty="0" err="1"/>
            <a:t>dataset</a:t>
          </a:r>
          <a:endParaRPr lang="es-ES" sz="1900" b="1" kern="1200" dirty="0"/>
        </a:p>
      </dsp:txBody>
      <dsp:txXfrm>
        <a:off x="563250" y="428014"/>
        <a:ext cx="7714765" cy="856028"/>
      </dsp:txXfrm>
    </dsp:sp>
    <dsp:sp modelId="{2042BB70-E5E2-498D-B210-D881423BC513}">
      <dsp:nvSpPr>
        <dsp:cNvPr id="0" name=""/>
        <dsp:cNvSpPr/>
      </dsp:nvSpPr>
      <dsp:spPr>
        <a:xfrm>
          <a:off x="28232" y="321010"/>
          <a:ext cx="1070036" cy="1070036"/>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3568395-CFEF-4A2E-B428-FD2B65E51B60}">
      <dsp:nvSpPr>
        <dsp:cNvPr id="0" name=""/>
        <dsp:cNvSpPr/>
      </dsp:nvSpPr>
      <dsp:spPr>
        <a:xfrm>
          <a:off x="759698" y="1712057"/>
          <a:ext cx="7528793" cy="85602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9473" tIns="48260" rIns="48260" bIns="48260" numCol="1" spcCol="1270" anchor="ctr" anchorCtr="0">
          <a:noAutofit/>
        </a:bodyPr>
        <a:lstStyle/>
        <a:p>
          <a:pPr marL="0" lvl="0" indent="0" algn="just" defTabSz="844550">
            <a:lnSpc>
              <a:spcPct val="90000"/>
            </a:lnSpc>
            <a:spcBef>
              <a:spcPct val="0"/>
            </a:spcBef>
            <a:spcAft>
              <a:spcPct val="35000"/>
            </a:spcAft>
            <a:buFont typeface="Courier New" panose="02070309020205020404" pitchFamily="49" charset="0"/>
            <a:buNone/>
          </a:pPr>
          <a:r>
            <a:rPr lang="es-ES" sz="1900" b="1" kern="1200" dirty="0"/>
            <a:t>Funciones del pipeline de machine </a:t>
          </a:r>
          <a:r>
            <a:rPr lang="es-ES" sz="1900" b="1" kern="1200" dirty="0" err="1"/>
            <a:t>learning</a:t>
          </a:r>
          <a:r>
            <a:rPr lang="es-ES" sz="1900" b="1" kern="1200" dirty="0"/>
            <a:t>. Para esta fase se detallan los pasos seguidos para el entrenamiento del modelo.</a:t>
          </a:r>
        </a:p>
      </dsp:txBody>
      <dsp:txXfrm>
        <a:off x="759698" y="1712057"/>
        <a:ext cx="7528793" cy="856028"/>
      </dsp:txXfrm>
    </dsp:sp>
    <dsp:sp modelId="{51BFA304-FFF8-4357-BD02-8616E69D2D2D}">
      <dsp:nvSpPr>
        <dsp:cNvPr id="0" name=""/>
        <dsp:cNvSpPr/>
      </dsp:nvSpPr>
      <dsp:spPr>
        <a:xfrm>
          <a:off x="339399" y="1605054"/>
          <a:ext cx="1070036" cy="1070036"/>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C504CD0-E462-4F75-A5E8-7D55C35B653A}">
      <dsp:nvSpPr>
        <dsp:cNvPr id="0" name=""/>
        <dsp:cNvSpPr/>
      </dsp:nvSpPr>
      <dsp:spPr>
        <a:xfrm>
          <a:off x="563250" y="2996100"/>
          <a:ext cx="7714765" cy="85602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79473" tIns="48260" rIns="48260" bIns="48260" numCol="1" spcCol="1270" anchor="ctr" anchorCtr="0">
          <a:noAutofit/>
        </a:bodyPr>
        <a:lstStyle/>
        <a:p>
          <a:pPr marL="0" lvl="0" indent="0" algn="just" defTabSz="844550">
            <a:lnSpc>
              <a:spcPct val="90000"/>
            </a:lnSpc>
            <a:spcBef>
              <a:spcPct val="0"/>
            </a:spcBef>
            <a:spcAft>
              <a:spcPct val="35000"/>
            </a:spcAft>
            <a:buFont typeface="Courier New" panose="02070309020205020404" pitchFamily="49" charset="0"/>
            <a:buNone/>
          </a:pPr>
          <a:r>
            <a:rPr lang="es-ES" sz="1900" b="1" kern="1200" dirty="0"/>
            <a:t>En esta última fase se evalúan los mejores resultados dados por el modelo junto con la obtención del valor umbral óptimo y la posterior validación.</a:t>
          </a:r>
        </a:p>
      </dsp:txBody>
      <dsp:txXfrm>
        <a:off x="563250" y="2996100"/>
        <a:ext cx="7714765" cy="856028"/>
      </dsp:txXfrm>
    </dsp:sp>
    <dsp:sp modelId="{D136A89D-F98F-4E85-8AC0-756F2CB2E33E}">
      <dsp:nvSpPr>
        <dsp:cNvPr id="0" name=""/>
        <dsp:cNvSpPr/>
      </dsp:nvSpPr>
      <dsp:spPr>
        <a:xfrm>
          <a:off x="28232" y="2889097"/>
          <a:ext cx="1070036" cy="1070036"/>
        </a:xfrm>
        <a:prstGeom prst="ellipse">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626FC7-9A4A-4821-BA45-F6948B67A3EA}">
      <dsp:nvSpPr>
        <dsp:cNvPr id="0" name=""/>
        <dsp:cNvSpPr/>
      </dsp:nvSpPr>
      <dsp:spPr>
        <a:xfrm>
          <a:off x="0" y="4078330"/>
          <a:ext cx="7954211" cy="133859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s-ES" sz="2600" b="1" i="0" kern="1200" dirty="0"/>
            <a:t>Pipeline Robusto</a:t>
          </a:r>
          <a:endParaRPr lang="es-ES" sz="2600" kern="1200" dirty="0"/>
        </a:p>
      </dsp:txBody>
      <dsp:txXfrm>
        <a:off x="0" y="4078330"/>
        <a:ext cx="7954211" cy="722843"/>
      </dsp:txXfrm>
    </dsp:sp>
    <dsp:sp modelId="{3D488B36-0DFC-488B-9695-F24E851B730C}">
      <dsp:nvSpPr>
        <dsp:cNvPr id="0" name=""/>
        <dsp:cNvSpPr/>
      </dsp:nvSpPr>
      <dsp:spPr>
        <a:xfrm>
          <a:off x="0" y="4774401"/>
          <a:ext cx="3977105" cy="61575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l" defTabSz="533400">
            <a:lnSpc>
              <a:spcPct val="90000"/>
            </a:lnSpc>
            <a:spcBef>
              <a:spcPct val="0"/>
            </a:spcBef>
            <a:spcAft>
              <a:spcPct val="35000"/>
            </a:spcAft>
            <a:buNone/>
          </a:pPr>
          <a:r>
            <a:rPr lang="es-ES" sz="1200" b="1" kern="1200" dirty="0"/>
            <a:t>El Problema: </a:t>
          </a:r>
          <a:r>
            <a:rPr lang="es-ES" sz="1200" kern="1200" dirty="0"/>
            <a:t>Fuga de datos</a:t>
          </a:r>
        </a:p>
      </dsp:txBody>
      <dsp:txXfrm>
        <a:off x="0" y="4774401"/>
        <a:ext cx="3977105" cy="615755"/>
      </dsp:txXfrm>
    </dsp:sp>
    <dsp:sp modelId="{6C2A4F8D-0E74-49EB-B469-A00075700F92}">
      <dsp:nvSpPr>
        <dsp:cNvPr id="0" name=""/>
        <dsp:cNvSpPr/>
      </dsp:nvSpPr>
      <dsp:spPr>
        <a:xfrm>
          <a:off x="3977105" y="4774401"/>
          <a:ext cx="3977105" cy="615755"/>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just" defTabSz="533400">
            <a:lnSpc>
              <a:spcPct val="90000"/>
            </a:lnSpc>
            <a:spcBef>
              <a:spcPct val="0"/>
            </a:spcBef>
            <a:spcAft>
              <a:spcPct val="35000"/>
            </a:spcAft>
            <a:buNone/>
          </a:pPr>
          <a:r>
            <a:rPr lang="es-ES" sz="1200" b="1" i="0" kern="1200" dirty="0"/>
            <a:t>Solución</a:t>
          </a:r>
          <a:r>
            <a:rPr lang="es-ES" sz="1200" b="0" i="0" kern="1200" dirty="0"/>
            <a:t>: Todo esto ocurre automáticamente en un </a:t>
          </a:r>
          <a:r>
            <a:rPr lang="es-ES" sz="1200" b="1" i="0" kern="1200" dirty="0"/>
            <a:t>Pipeline Integrado</a:t>
          </a:r>
          <a:r>
            <a:rPr lang="es-ES" sz="1200" b="0" i="0" kern="1200" dirty="0"/>
            <a:t>. No hay pasos manuales; la limpieza y selección son parte del flujo de predicción.</a:t>
          </a:r>
          <a:endParaRPr lang="es-ES" sz="1200" kern="1200" dirty="0"/>
        </a:p>
      </dsp:txBody>
      <dsp:txXfrm>
        <a:off x="3977105" y="4774401"/>
        <a:ext cx="3977105" cy="615755"/>
      </dsp:txXfrm>
    </dsp:sp>
    <dsp:sp modelId="{620E97E2-3706-4A5A-BE3D-165D27429806}">
      <dsp:nvSpPr>
        <dsp:cNvPr id="0" name=""/>
        <dsp:cNvSpPr/>
      </dsp:nvSpPr>
      <dsp:spPr>
        <a:xfrm rot="10800000">
          <a:off x="0" y="2039643"/>
          <a:ext cx="7954211" cy="2058765"/>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s-ES" sz="2600" b="1" i="0" kern="1200" dirty="0"/>
            <a:t>Selección de </a:t>
          </a:r>
          <a:r>
            <a:rPr lang="es-ES" sz="2600" b="1" i="0" kern="1200" dirty="0" err="1"/>
            <a:t>Features</a:t>
          </a:r>
          <a:endParaRPr lang="es-ES" sz="2600" kern="1200" dirty="0"/>
        </a:p>
      </dsp:txBody>
      <dsp:txXfrm rot="-10800000">
        <a:off x="0" y="2039643"/>
        <a:ext cx="7954211" cy="722626"/>
      </dsp:txXfrm>
    </dsp:sp>
    <dsp:sp modelId="{B82D5077-547A-4863-A184-1F2D6DF98813}">
      <dsp:nvSpPr>
        <dsp:cNvPr id="0" name=""/>
        <dsp:cNvSpPr/>
      </dsp:nvSpPr>
      <dsp:spPr>
        <a:xfrm>
          <a:off x="0" y="2762270"/>
          <a:ext cx="3977105" cy="61557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l" defTabSz="533400">
            <a:lnSpc>
              <a:spcPct val="90000"/>
            </a:lnSpc>
            <a:spcBef>
              <a:spcPct val="0"/>
            </a:spcBef>
            <a:spcAft>
              <a:spcPct val="35000"/>
            </a:spcAft>
            <a:buNone/>
          </a:pPr>
          <a:r>
            <a:rPr lang="es-ES" sz="1200" b="1" i="0" kern="1200" dirty="0"/>
            <a:t>El Problema:</a:t>
          </a:r>
          <a:r>
            <a:rPr lang="es-ES" sz="1200" b="0" i="0" kern="1200" dirty="0"/>
            <a:t> Ruido por exceso de datos.</a:t>
          </a:r>
          <a:endParaRPr lang="es-ES" sz="1200" kern="1200" dirty="0"/>
        </a:p>
      </dsp:txBody>
      <dsp:txXfrm>
        <a:off x="0" y="2762270"/>
        <a:ext cx="3977105" cy="615570"/>
      </dsp:txXfrm>
    </dsp:sp>
    <dsp:sp modelId="{13472FBA-E61F-4389-BEAE-E647FD6154C3}">
      <dsp:nvSpPr>
        <dsp:cNvPr id="0" name=""/>
        <dsp:cNvSpPr/>
      </dsp:nvSpPr>
      <dsp:spPr>
        <a:xfrm>
          <a:off x="3977105" y="2762270"/>
          <a:ext cx="3977105" cy="61557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just" defTabSz="533400">
            <a:lnSpc>
              <a:spcPct val="90000"/>
            </a:lnSpc>
            <a:spcBef>
              <a:spcPct val="0"/>
            </a:spcBef>
            <a:spcAft>
              <a:spcPct val="35000"/>
            </a:spcAft>
            <a:buNone/>
          </a:pPr>
          <a:r>
            <a:rPr lang="es-ES" sz="1200" b="1" i="0" kern="1200" dirty="0"/>
            <a:t>Solución:</a:t>
          </a:r>
          <a:r>
            <a:rPr lang="es-ES" sz="1200" b="0" i="0" kern="1200" dirty="0"/>
            <a:t> Implementamos funciones automáticas para conservar solo las variables predictivas y descartar el ruido.</a:t>
          </a:r>
          <a:endParaRPr lang="es-ES" sz="1200" kern="1200" dirty="0"/>
        </a:p>
      </dsp:txBody>
      <dsp:txXfrm>
        <a:off x="3977105" y="2762270"/>
        <a:ext cx="3977105" cy="615570"/>
      </dsp:txXfrm>
    </dsp:sp>
    <dsp:sp modelId="{93A3512E-701F-40F8-8E71-64BA2F5B67B1}">
      <dsp:nvSpPr>
        <dsp:cNvPr id="0" name=""/>
        <dsp:cNvSpPr/>
      </dsp:nvSpPr>
      <dsp:spPr>
        <a:xfrm rot="10800000">
          <a:off x="0" y="957"/>
          <a:ext cx="7954211" cy="2058765"/>
        </a:xfrm>
        <a:prstGeom prst="upArrowCallou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s-ES" sz="2600" b="1" i="0" kern="1200" dirty="0"/>
            <a:t>Escalado de Datos</a:t>
          </a:r>
          <a:endParaRPr lang="es-ES" sz="2600" kern="1200" dirty="0"/>
        </a:p>
      </dsp:txBody>
      <dsp:txXfrm rot="-10800000">
        <a:off x="0" y="957"/>
        <a:ext cx="7954211" cy="722626"/>
      </dsp:txXfrm>
    </dsp:sp>
    <dsp:sp modelId="{413471BA-54A1-4AAE-AD63-3F0AB5707CC7}">
      <dsp:nvSpPr>
        <dsp:cNvPr id="0" name=""/>
        <dsp:cNvSpPr/>
      </dsp:nvSpPr>
      <dsp:spPr>
        <a:xfrm>
          <a:off x="0" y="723584"/>
          <a:ext cx="3977105" cy="61557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l" defTabSz="533400">
            <a:lnSpc>
              <a:spcPct val="90000"/>
            </a:lnSpc>
            <a:spcBef>
              <a:spcPct val="0"/>
            </a:spcBef>
            <a:spcAft>
              <a:spcPct val="35000"/>
            </a:spcAft>
            <a:buNone/>
          </a:pPr>
          <a:r>
            <a:rPr lang="es-ES" sz="1200" b="1" i="0" kern="1200" dirty="0"/>
            <a:t>El Problema:</a:t>
          </a:r>
          <a:r>
            <a:rPr lang="es-ES" sz="1200" b="0" i="0" kern="1200" dirty="0"/>
            <a:t> Variables grandes opacaban a las pequeñas.</a:t>
          </a:r>
          <a:endParaRPr lang="es-ES" sz="1200" kern="1200" dirty="0"/>
        </a:p>
      </dsp:txBody>
      <dsp:txXfrm>
        <a:off x="0" y="723584"/>
        <a:ext cx="3977105" cy="615570"/>
      </dsp:txXfrm>
    </dsp:sp>
    <dsp:sp modelId="{D3512E71-1488-496C-8C6C-B8F47D59CAD7}">
      <dsp:nvSpPr>
        <dsp:cNvPr id="0" name=""/>
        <dsp:cNvSpPr/>
      </dsp:nvSpPr>
      <dsp:spPr>
        <a:xfrm>
          <a:off x="3977105" y="723584"/>
          <a:ext cx="3977105" cy="61557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15240" rIns="85344" bIns="15240" numCol="1" spcCol="1270" anchor="ctr" anchorCtr="0">
          <a:noAutofit/>
        </a:bodyPr>
        <a:lstStyle/>
        <a:p>
          <a:pPr marL="0" lvl="0" indent="0" algn="just" defTabSz="533400">
            <a:lnSpc>
              <a:spcPct val="90000"/>
            </a:lnSpc>
            <a:spcBef>
              <a:spcPct val="0"/>
            </a:spcBef>
            <a:spcAft>
              <a:spcPct val="35000"/>
            </a:spcAft>
            <a:buNone/>
          </a:pPr>
          <a:r>
            <a:rPr lang="es-ES" sz="1200" b="1" i="0" kern="1200" dirty="0"/>
            <a:t>Solución:</a:t>
          </a:r>
          <a:r>
            <a:rPr lang="es-ES" sz="1200" b="0" i="0" kern="1200" dirty="0"/>
            <a:t> Normalización. Ahora el modelo da la misma importancia a todas las </a:t>
          </a:r>
          <a:r>
            <a:rPr lang="es-ES" sz="1200" b="0" i="0" kern="1200" dirty="0" err="1"/>
            <a:t>features</a:t>
          </a:r>
          <a:r>
            <a:rPr lang="es-ES" sz="1200" b="0" i="0" kern="1200" dirty="0"/>
            <a:t>, basándose en varianza y no en magnitud.</a:t>
          </a:r>
          <a:endParaRPr lang="es-ES" sz="1200" kern="1200" dirty="0"/>
        </a:p>
      </dsp:txBody>
      <dsp:txXfrm>
        <a:off x="3977105" y="723584"/>
        <a:ext cx="3977105" cy="61557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7BB0E9-D3F7-4D16-8A28-D8C3949108AD}">
      <dsp:nvSpPr>
        <dsp:cNvPr id="0" name=""/>
        <dsp:cNvSpPr/>
      </dsp:nvSpPr>
      <dsp:spPr>
        <a:xfrm>
          <a:off x="0" y="0"/>
          <a:ext cx="11804315" cy="1231271"/>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s-ES" sz="2000" b="1" kern="1200" dirty="0"/>
            <a:t>Aislamiento Inicial</a:t>
          </a:r>
        </a:p>
        <a:p>
          <a:pPr marL="171450" lvl="1" indent="-171450" algn="l" defTabSz="711200">
            <a:lnSpc>
              <a:spcPct val="90000"/>
            </a:lnSpc>
            <a:spcBef>
              <a:spcPct val="0"/>
            </a:spcBef>
            <a:spcAft>
              <a:spcPct val="15000"/>
            </a:spcAft>
            <a:buFont typeface="Arial" panose="020B0604020202020204" pitchFamily="34" charset="0"/>
            <a:buChar char="•"/>
          </a:pPr>
          <a:r>
            <a:rPr lang="es-ES" sz="1600" b="1" kern="1200" dirty="0"/>
            <a:t>Acción: </a:t>
          </a:r>
          <a:r>
            <a:rPr lang="es-ES" sz="1600" b="0" kern="1200" dirty="0" err="1"/>
            <a:t>Division</a:t>
          </a:r>
          <a:r>
            <a:rPr lang="es-ES" sz="1600" b="0" kern="1200" dirty="0"/>
            <a:t> </a:t>
          </a:r>
          <a:r>
            <a:rPr lang="es-ES" sz="1600" b="0" kern="1200" dirty="0" err="1"/>
            <a:t>Tain</a:t>
          </a:r>
          <a:r>
            <a:rPr lang="es-ES" sz="1600" b="0" kern="1200" dirty="0"/>
            <a:t>/Test (80/20) realizada sobre datos crudos.</a:t>
          </a:r>
        </a:p>
        <a:p>
          <a:pPr marL="171450" lvl="1" indent="-171450" algn="l" defTabSz="711200">
            <a:lnSpc>
              <a:spcPct val="90000"/>
            </a:lnSpc>
            <a:spcBef>
              <a:spcPct val="0"/>
            </a:spcBef>
            <a:spcAft>
              <a:spcPct val="15000"/>
            </a:spcAft>
            <a:buChar char="•"/>
          </a:pPr>
          <a:r>
            <a:rPr lang="es-ES" sz="1600" b="1" kern="1200" dirty="0"/>
            <a:t>Protección: </a:t>
          </a:r>
          <a:r>
            <a:rPr lang="es-ES" sz="1600" b="0" kern="1200" dirty="0"/>
            <a:t>El conjunto de Prueba (Test Set) se bloquea y permanece “invisible” para el sistema</a:t>
          </a:r>
        </a:p>
        <a:p>
          <a:pPr marL="171450" lvl="1" indent="-171450" algn="l" defTabSz="711200">
            <a:lnSpc>
              <a:spcPct val="90000"/>
            </a:lnSpc>
            <a:spcBef>
              <a:spcPct val="0"/>
            </a:spcBef>
            <a:spcAft>
              <a:spcPct val="15000"/>
            </a:spcAft>
            <a:buChar char="•"/>
          </a:pPr>
          <a:r>
            <a:rPr lang="es-ES" sz="1600" b="1" kern="1200" dirty="0"/>
            <a:t>Objetivo: </a:t>
          </a:r>
          <a:r>
            <a:rPr lang="es-ES" sz="1600" kern="1200" dirty="0"/>
            <a:t>Evitar que la media o desviación del futuro contamine el entrenamiento,</a:t>
          </a:r>
        </a:p>
      </dsp:txBody>
      <dsp:txXfrm>
        <a:off x="2483990" y="0"/>
        <a:ext cx="9320324" cy="1231271"/>
      </dsp:txXfrm>
    </dsp:sp>
    <dsp:sp modelId="{9A6811D4-AD84-4A27-80BC-D9144D43BF77}">
      <dsp:nvSpPr>
        <dsp:cNvPr id="0" name=""/>
        <dsp:cNvSpPr/>
      </dsp:nvSpPr>
      <dsp:spPr>
        <a:xfrm>
          <a:off x="96260" y="97043"/>
          <a:ext cx="2360863" cy="985017"/>
        </a:xfrm>
        <a:prstGeom prst="roundRect">
          <a:avLst>
            <a:gd name="adj" fmla="val 10000"/>
          </a:avLst>
        </a:prstGeom>
        <a:blipFill>
          <a:blip xmlns:r="http://schemas.openxmlformats.org/officeDocument/2006/relationships" r:embed="rId1"/>
          <a:srcRect/>
          <a:stretch>
            <a:fillRect t="-30000" b="-30000"/>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7A38E642-C76F-41CF-91DE-5B881E49C9B3}">
      <dsp:nvSpPr>
        <dsp:cNvPr id="0" name=""/>
        <dsp:cNvSpPr/>
      </dsp:nvSpPr>
      <dsp:spPr>
        <a:xfrm>
          <a:off x="0" y="1350274"/>
          <a:ext cx="11804315" cy="1231271"/>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24790" tIns="224790" rIns="224790" bIns="224790" numCol="1" spcCol="1270" anchor="ctr" anchorCtr="0">
          <a:noAutofit/>
        </a:bodyPr>
        <a:lstStyle/>
        <a:p>
          <a:pPr marL="0" lvl="0" indent="0" algn="l" defTabSz="2622550">
            <a:lnSpc>
              <a:spcPct val="90000"/>
            </a:lnSpc>
            <a:spcBef>
              <a:spcPct val="0"/>
            </a:spcBef>
            <a:spcAft>
              <a:spcPct val="35000"/>
            </a:spcAft>
            <a:buNone/>
          </a:pPr>
          <a:endParaRPr lang="es-ES" sz="5900" kern="1200" dirty="0"/>
        </a:p>
      </dsp:txBody>
      <dsp:txXfrm>
        <a:off x="2483990" y="1350274"/>
        <a:ext cx="9320324" cy="1231271"/>
      </dsp:txXfrm>
    </dsp:sp>
    <dsp:sp modelId="{42E95F6D-CE74-4402-9F85-BDA3723F8A15}">
      <dsp:nvSpPr>
        <dsp:cNvPr id="0" name=""/>
        <dsp:cNvSpPr/>
      </dsp:nvSpPr>
      <dsp:spPr>
        <a:xfrm>
          <a:off x="123127" y="1477525"/>
          <a:ext cx="2360863" cy="985017"/>
        </a:xfrm>
        <a:prstGeom prst="roundRect">
          <a:avLst>
            <a:gd name="adj" fmla="val 10000"/>
          </a:avLst>
        </a:prstGeom>
        <a:blipFill>
          <a:blip xmlns:r="http://schemas.openxmlformats.org/officeDocument/2006/relationships" r:embed="rId2"/>
          <a:srcRect/>
          <a:stretch>
            <a:fillRect t="-70000" b="-70000"/>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250B1CF8-38A5-4B62-8444-92DC9F9402F5}">
      <dsp:nvSpPr>
        <dsp:cNvPr id="0" name=""/>
        <dsp:cNvSpPr/>
      </dsp:nvSpPr>
      <dsp:spPr>
        <a:xfrm>
          <a:off x="0" y="2708797"/>
          <a:ext cx="11804315" cy="1231271"/>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s-ES" sz="2000" b="1" kern="1200" dirty="0"/>
            <a:t>Calibración Segura (OOF)</a:t>
          </a:r>
        </a:p>
        <a:p>
          <a:pPr marL="0" lvl="0" indent="0" algn="l" defTabSz="889000">
            <a:lnSpc>
              <a:spcPct val="90000"/>
            </a:lnSpc>
            <a:spcBef>
              <a:spcPct val="0"/>
            </a:spcBef>
            <a:spcAft>
              <a:spcPct val="35000"/>
            </a:spcAft>
            <a:buFont typeface="Arial" panose="020B0604020202020204" pitchFamily="34" charset="0"/>
            <a:buNone/>
          </a:pPr>
          <a:r>
            <a:rPr lang="es-ES" sz="1300" b="1" kern="1200" dirty="0"/>
            <a:t>Acción:</a:t>
          </a:r>
          <a:r>
            <a:rPr lang="es-ES" sz="1300" kern="1200" dirty="0"/>
            <a:t> Optimización del umbral de decisión usando predicciones </a:t>
          </a:r>
          <a:r>
            <a:rPr lang="es-ES" sz="1300" i="1" kern="1200" dirty="0" err="1"/>
            <a:t>Out-of-Fold</a:t>
          </a:r>
          <a:r>
            <a:rPr lang="es-ES" sz="1300" kern="1200" dirty="0"/>
            <a:t>.</a:t>
          </a:r>
        </a:p>
        <a:p>
          <a:pPr marL="0" lvl="0" indent="0" algn="l" defTabSz="889000">
            <a:lnSpc>
              <a:spcPct val="90000"/>
            </a:lnSpc>
            <a:spcBef>
              <a:spcPct val="0"/>
            </a:spcBef>
            <a:spcAft>
              <a:spcPct val="35000"/>
            </a:spcAft>
            <a:buFont typeface="Arial" panose="020B0604020202020204" pitchFamily="34" charset="0"/>
            <a:buNone/>
          </a:pPr>
          <a:r>
            <a:rPr lang="es-ES" sz="1300" b="1" kern="1200" dirty="0"/>
            <a:t>Protección:</a:t>
          </a:r>
          <a:r>
            <a:rPr lang="es-ES" sz="1300" kern="1200" dirty="0"/>
            <a:t> Se busca el mejor balance Precisión/</a:t>
          </a:r>
          <a:r>
            <a:rPr lang="es-ES" sz="1300" kern="1200" dirty="0" err="1"/>
            <a:t>Recall</a:t>
          </a:r>
          <a:r>
            <a:rPr lang="es-ES" sz="1300" kern="1200" dirty="0"/>
            <a:t> usando datos simulados de validación interna, no el Test Set.</a:t>
          </a:r>
        </a:p>
        <a:p>
          <a:pPr marL="0" lvl="0" indent="0" algn="l" defTabSz="889000">
            <a:lnSpc>
              <a:spcPct val="90000"/>
            </a:lnSpc>
            <a:spcBef>
              <a:spcPct val="0"/>
            </a:spcBef>
            <a:spcAft>
              <a:spcPct val="35000"/>
            </a:spcAft>
            <a:buFont typeface="Arial" panose="020B0604020202020204" pitchFamily="34" charset="0"/>
            <a:buNone/>
          </a:pPr>
          <a:r>
            <a:rPr lang="es-ES" sz="1300" b="1" kern="1200" dirty="0"/>
            <a:t>Objetivo:</a:t>
          </a:r>
          <a:r>
            <a:rPr lang="es-ES" sz="1300" kern="1200" dirty="0"/>
            <a:t> Ajustar la sensibilidad del modelo sin </a:t>
          </a:r>
          <a:r>
            <a:rPr lang="es-ES" sz="1300" kern="1200" dirty="0" err="1"/>
            <a:t>sobreajustar</a:t>
          </a:r>
          <a:r>
            <a:rPr lang="es-ES" sz="1300" kern="1200" dirty="0"/>
            <a:t> a los datos de prueba.</a:t>
          </a:r>
        </a:p>
      </dsp:txBody>
      <dsp:txXfrm>
        <a:off x="2483990" y="2708797"/>
        <a:ext cx="9320324" cy="1231271"/>
      </dsp:txXfrm>
    </dsp:sp>
    <dsp:sp modelId="{BA97D37D-BF0D-4137-BB58-5A14E3255779}">
      <dsp:nvSpPr>
        <dsp:cNvPr id="0" name=""/>
        <dsp:cNvSpPr/>
      </dsp:nvSpPr>
      <dsp:spPr>
        <a:xfrm>
          <a:off x="123127" y="2831924"/>
          <a:ext cx="2360863" cy="985017"/>
        </a:xfrm>
        <a:prstGeom prst="roundRect">
          <a:avLst>
            <a:gd name="adj" fmla="val 10000"/>
          </a:avLst>
        </a:prstGeom>
        <a:blipFill>
          <a:blip xmlns:r="http://schemas.openxmlformats.org/officeDocument/2006/relationships" r:embed="rId2"/>
          <a:srcRect/>
          <a:stretch>
            <a:fillRect t="-70000" b="-70000"/>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0C052DDA-347A-4D44-A06D-8C650B0E93B8}">
      <dsp:nvSpPr>
        <dsp:cNvPr id="0" name=""/>
        <dsp:cNvSpPr/>
      </dsp:nvSpPr>
      <dsp:spPr>
        <a:xfrm>
          <a:off x="0" y="4063196"/>
          <a:ext cx="11804315" cy="1231271"/>
        </a:xfrm>
        <a:prstGeom prst="roundRect">
          <a:avLst>
            <a:gd name="adj" fmla="val 10000"/>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s-ES" sz="2000" b="1" kern="1200" dirty="0"/>
            <a:t>Evaluación Honesta</a:t>
          </a:r>
        </a:p>
        <a:p>
          <a:pPr marL="0" lvl="0" indent="0" algn="l" defTabSz="889000">
            <a:lnSpc>
              <a:spcPct val="90000"/>
            </a:lnSpc>
            <a:spcBef>
              <a:spcPct val="0"/>
            </a:spcBef>
            <a:spcAft>
              <a:spcPct val="35000"/>
            </a:spcAft>
            <a:buFont typeface="Arial" panose="020B0604020202020204" pitchFamily="34" charset="0"/>
            <a:buNone/>
          </a:pPr>
          <a:r>
            <a:rPr lang="es-ES" sz="1300" b="1" kern="1200" dirty="0"/>
            <a:t>Acción:</a:t>
          </a:r>
          <a:r>
            <a:rPr lang="es-ES" sz="1300" kern="1200" dirty="0"/>
            <a:t> Predicción final única sobre el Test Set reservado en el paso 1.</a:t>
          </a:r>
        </a:p>
        <a:p>
          <a:pPr marL="0" lvl="0" indent="0" algn="l" defTabSz="889000">
            <a:lnSpc>
              <a:spcPct val="90000"/>
            </a:lnSpc>
            <a:spcBef>
              <a:spcPct val="0"/>
            </a:spcBef>
            <a:spcAft>
              <a:spcPct val="35000"/>
            </a:spcAft>
            <a:buFont typeface="Arial" panose="020B0604020202020204" pitchFamily="34" charset="0"/>
            <a:buNone/>
          </a:pPr>
          <a:r>
            <a:rPr lang="es-ES" sz="1300" b="1" kern="1200" dirty="0"/>
            <a:t>Protección:</a:t>
          </a:r>
          <a:r>
            <a:rPr lang="es-ES" sz="1300" kern="1200" dirty="0"/>
            <a:t> Aplicación del pipeline completo ya congelado.</a:t>
          </a:r>
        </a:p>
        <a:p>
          <a:pPr marL="0" lvl="0" indent="0" algn="l" defTabSz="889000">
            <a:lnSpc>
              <a:spcPct val="90000"/>
            </a:lnSpc>
            <a:spcBef>
              <a:spcPct val="0"/>
            </a:spcBef>
            <a:spcAft>
              <a:spcPct val="35000"/>
            </a:spcAft>
            <a:buFont typeface="Arial" panose="020B0604020202020204" pitchFamily="34" charset="0"/>
            <a:buNone/>
          </a:pPr>
          <a:r>
            <a:rPr lang="es-ES" sz="1300" b="1" kern="1200" dirty="0"/>
            <a:t>Objetivo:</a:t>
          </a:r>
          <a:r>
            <a:rPr lang="es-ES" sz="1300" kern="1200" dirty="0"/>
            <a:t> Obtener métricas (Matriz de Confusión, ROC) que reflejen fielmente el rendimiento en la vida real.</a:t>
          </a:r>
        </a:p>
      </dsp:txBody>
      <dsp:txXfrm>
        <a:off x="2483990" y="4063196"/>
        <a:ext cx="9320324" cy="1231271"/>
      </dsp:txXfrm>
    </dsp:sp>
    <dsp:sp modelId="{37E5605A-7D8A-46EB-A1B9-93D5966497B7}">
      <dsp:nvSpPr>
        <dsp:cNvPr id="0" name=""/>
        <dsp:cNvSpPr/>
      </dsp:nvSpPr>
      <dsp:spPr>
        <a:xfrm>
          <a:off x="123127" y="4186323"/>
          <a:ext cx="2360863" cy="985017"/>
        </a:xfrm>
        <a:prstGeom prst="roundRect">
          <a:avLst>
            <a:gd name="adj" fmla="val 10000"/>
          </a:avLst>
        </a:prstGeom>
        <a:blipFill>
          <a:blip xmlns:r="http://schemas.openxmlformats.org/officeDocument/2006/relationships" r:embed="rId2"/>
          <a:srcRect/>
          <a:stretch>
            <a:fillRect t="-70000" b="-70000"/>
          </a:stretch>
        </a:blip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84B14D-F4D6-4FE0-B008-36B2D30D3D4F}">
      <dsp:nvSpPr>
        <dsp:cNvPr id="0" name=""/>
        <dsp:cNvSpPr/>
      </dsp:nvSpPr>
      <dsp:spPr>
        <a:xfrm>
          <a:off x="1027" y="786486"/>
          <a:ext cx="3721364" cy="43780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53BEBA5-87C4-4A17-9326-5DC890897643}">
      <dsp:nvSpPr>
        <dsp:cNvPr id="0" name=""/>
        <dsp:cNvSpPr/>
      </dsp:nvSpPr>
      <dsp:spPr>
        <a:xfrm>
          <a:off x="1027" y="950909"/>
          <a:ext cx="273384" cy="273384"/>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1C55108-9472-4B37-AB76-D9BEEB2DEF46}">
      <dsp:nvSpPr>
        <dsp:cNvPr id="0" name=""/>
        <dsp:cNvSpPr/>
      </dsp:nvSpPr>
      <dsp:spPr>
        <a:xfrm>
          <a:off x="1027" y="0"/>
          <a:ext cx="3721364" cy="786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s-ES" sz="2700" kern="1200" dirty="0"/>
            <a:t>GRADIENT BOOSTING</a:t>
          </a:r>
        </a:p>
      </dsp:txBody>
      <dsp:txXfrm>
        <a:off x="1027" y="0"/>
        <a:ext cx="3721364" cy="786486"/>
      </dsp:txXfrm>
    </dsp:sp>
    <dsp:sp modelId="{DCD639CE-865E-405C-ABAD-E7F1A798D1E9}">
      <dsp:nvSpPr>
        <dsp:cNvPr id="0" name=""/>
        <dsp:cNvSpPr/>
      </dsp:nvSpPr>
      <dsp:spPr>
        <a:xfrm>
          <a:off x="1027" y="1588161"/>
          <a:ext cx="273378" cy="273378"/>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2C8309D-589C-4151-87DB-B39BBEF789F0}">
      <dsp:nvSpPr>
        <dsp:cNvPr id="0" name=""/>
        <dsp:cNvSpPr/>
      </dsp:nvSpPr>
      <dsp:spPr>
        <a:xfrm>
          <a:off x="261523" y="1406227"/>
          <a:ext cx="3460868" cy="637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s-ES" sz="1500" kern="1200" dirty="0"/>
            <a:t>CATBOOST</a:t>
          </a:r>
        </a:p>
      </dsp:txBody>
      <dsp:txXfrm>
        <a:off x="261523" y="1406227"/>
        <a:ext cx="3460868" cy="637245"/>
      </dsp:txXfrm>
    </dsp:sp>
    <dsp:sp modelId="{8944AB74-FB21-47EA-BD82-0FAACDD623DC}">
      <dsp:nvSpPr>
        <dsp:cNvPr id="0" name=""/>
        <dsp:cNvSpPr/>
      </dsp:nvSpPr>
      <dsp:spPr>
        <a:xfrm>
          <a:off x="1027" y="2225406"/>
          <a:ext cx="273378" cy="273378"/>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9D11634-BB1D-4A3C-856E-F66965E39D77}">
      <dsp:nvSpPr>
        <dsp:cNvPr id="0" name=""/>
        <dsp:cNvSpPr/>
      </dsp:nvSpPr>
      <dsp:spPr>
        <a:xfrm>
          <a:off x="261523" y="2043472"/>
          <a:ext cx="3460868" cy="637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s-ES" sz="1500" kern="1200" dirty="0"/>
            <a:t>LIGTHGBM</a:t>
          </a:r>
        </a:p>
      </dsp:txBody>
      <dsp:txXfrm>
        <a:off x="261523" y="2043472"/>
        <a:ext cx="3460868" cy="637245"/>
      </dsp:txXfrm>
    </dsp:sp>
    <dsp:sp modelId="{AA1D7E3B-1492-4A0D-BF1C-1FBBDE4A847B}">
      <dsp:nvSpPr>
        <dsp:cNvPr id="0" name=""/>
        <dsp:cNvSpPr/>
      </dsp:nvSpPr>
      <dsp:spPr>
        <a:xfrm>
          <a:off x="1027" y="2862651"/>
          <a:ext cx="273378" cy="273378"/>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17739B1-90C5-4D23-A193-247EF0633914}">
      <dsp:nvSpPr>
        <dsp:cNvPr id="0" name=""/>
        <dsp:cNvSpPr/>
      </dsp:nvSpPr>
      <dsp:spPr>
        <a:xfrm>
          <a:off x="261523" y="2680717"/>
          <a:ext cx="3460868" cy="637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s-ES" sz="1500" kern="1200" dirty="0"/>
            <a:t>XGBOOST</a:t>
          </a:r>
        </a:p>
      </dsp:txBody>
      <dsp:txXfrm>
        <a:off x="261523" y="2680717"/>
        <a:ext cx="3460868" cy="637245"/>
      </dsp:txXfrm>
    </dsp:sp>
    <dsp:sp modelId="{9ED78D4B-5A5A-4FAB-8AAE-270FDD2F2A5D}">
      <dsp:nvSpPr>
        <dsp:cNvPr id="0" name=""/>
        <dsp:cNvSpPr/>
      </dsp:nvSpPr>
      <dsp:spPr>
        <a:xfrm>
          <a:off x="3908460" y="786486"/>
          <a:ext cx="3721364" cy="43780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DA206F-4635-41BF-91C6-E3BF274EAFB9}">
      <dsp:nvSpPr>
        <dsp:cNvPr id="0" name=""/>
        <dsp:cNvSpPr/>
      </dsp:nvSpPr>
      <dsp:spPr>
        <a:xfrm>
          <a:off x="3908460" y="950909"/>
          <a:ext cx="273384" cy="273384"/>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44D08D-324E-4686-B43C-4EFC080E1E3D}">
      <dsp:nvSpPr>
        <dsp:cNvPr id="0" name=""/>
        <dsp:cNvSpPr/>
      </dsp:nvSpPr>
      <dsp:spPr>
        <a:xfrm>
          <a:off x="3908460" y="0"/>
          <a:ext cx="3721364" cy="786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l" defTabSz="1200150">
            <a:lnSpc>
              <a:spcPct val="90000"/>
            </a:lnSpc>
            <a:spcBef>
              <a:spcPct val="0"/>
            </a:spcBef>
            <a:spcAft>
              <a:spcPct val="35000"/>
            </a:spcAft>
            <a:buNone/>
          </a:pPr>
          <a:r>
            <a:rPr lang="es-ES" sz="2700" kern="1200" dirty="0"/>
            <a:t>RANDOM FOREST</a:t>
          </a:r>
        </a:p>
      </dsp:txBody>
      <dsp:txXfrm>
        <a:off x="3908460" y="0"/>
        <a:ext cx="3721364" cy="786486"/>
      </dsp:txXfrm>
    </dsp:sp>
    <dsp:sp modelId="{18D5D659-8932-41B0-8FE1-FBB50B853B72}">
      <dsp:nvSpPr>
        <dsp:cNvPr id="0" name=""/>
        <dsp:cNvSpPr/>
      </dsp:nvSpPr>
      <dsp:spPr>
        <a:xfrm>
          <a:off x="3908460" y="1588161"/>
          <a:ext cx="273378" cy="273378"/>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ACDC39D-0613-4E1D-9F29-B30A3E53DC27}">
      <dsp:nvSpPr>
        <dsp:cNvPr id="0" name=""/>
        <dsp:cNvSpPr/>
      </dsp:nvSpPr>
      <dsp:spPr>
        <a:xfrm>
          <a:off x="4168955" y="1406227"/>
          <a:ext cx="3460868" cy="637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s-ES" sz="1500" kern="1200" dirty="0"/>
            <a:t>RANDOM FOREST CLASS WEIGHT</a:t>
          </a:r>
        </a:p>
      </dsp:txBody>
      <dsp:txXfrm>
        <a:off x="4168955" y="1406227"/>
        <a:ext cx="3460868" cy="637245"/>
      </dsp:txXfrm>
    </dsp:sp>
    <dsp:sp modelId="{FE0211FC-60D6-4507-BE28-3AB361AD6D4C}">
      <dsp:nvSpPr>
        <dsp:cNvPr id="0" name=""/>
        <dsp:cNvSpPr/>
      </dsp:nvSpPr>
      <dsp:spPr>
        <a:xfrm>
          <a:off x="3908460" y="2225406"/>
          <a:ext cx="273378" cy="273378"/>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EC9DAC-6BC9-4086-AF0A-810A2F538FC7}">
      <dsp:nvSpPr>
        <dsp:cNvPr id="0" name=""/>
        <dsp:cNvSpPr/>
      </dsp:nvSpPr>
      <dsp:spPr>
        <a:xfrm>
          <a:off x="4168955" y="2043472"/>
          <a:ext cx="3460868" cy="637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s-ES" sz="1500" kern="1200" dirty="0"/>
            <a:t>RANDOM FOREST NORMAL</a:t>
          </a:r>
        </a:p>
      </dsp:txBody>
      <dsp:txXfrm>
        <a:off x="4168955" y="2043472"/>
        <a:ext cx="3460868" cy="637245"/>
      </dsp:txXfrm>
    </dsp:sp>
    <dsp:sp modelId="{81FCF31C-5710-41A5-A9CB-DDEAE8B4073F}">
      <dsp:nvSpPr>
        <dsp:cNvPr id="0" name=""/>
        <dsp:cNvSpPr/>
      </dsp:nvSpPr>
      <dsp:spPr>
        <a:xfrm>
          <a:off x="3908460" y="2862651"/>
          <a:ext cx="273378" cy="273378"/>
        </a:xfrm>
        <a:prstGeom prst="rect">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322B68-8DD2-4244-8FA3-F1FC8144AF5D}">
      <dsp:nvSpPr>
        <dsp:cNvPr id="0" name=""/>
        <dsp:cNvSpPr/>
      </dsp:nvSpPr>
      <dsp:spPr>
        <a:xfrm>
          <a:off x="4168955" y="2680717"/>
          <a:ext cx="3460868" cy="637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666750">
            <a:lnSpc>
              <a:spcPct val="90000"/>
            </a:lnSpc>
            <a:spcBef>
              <a:spcPct val="0"/>
            </a:spcBef>
            <a:spcAft>
              <a:spcPct val="35000"/>
            </a:spcAft>
            <a:buNone/>
          </a:pPr>
          <a:r>
            <a:rPr lang="es-ES" sz="1500" kern="1200" dirty="0"/>
            <a:t>BALANCED RANDOM FOREST</a:t>
          </a:r>
        </a:p>
      </dsp:txBody>
      <dsp:txXfrm>
        <a:off x="4168955" y="2680717"/>
        <a:ext cx="3460868" cy="637245"/>
      </dsp:txXfrm>
    </dsp:sp>
    <dsp:sp modelId="{0DDC190D-B6D5-475C-8AF0-19CC2C6AEF18}">
      <dsp:nvSpPr>
        <dsp:cNvPr id="0" name=""/>
        <dsp:cNvSpPr/>
      </dsp:nvSpPr>
      <dsp:spPr>
        <a:xfrm>
          <a:off x="7815892" y="786486"/>
          <a:ext cx="3721364" cy="437807"/>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3087E9-DC16-49BB-83FC-709D087D7759}">
      <dsp:nvSpPr>
        <dsp:cNvPr id="0" name=""/>
        <dsp:cNvSpPr/>
      </dsp:nvSpPr>
      <dsp:spPr>
        <a:xfrm>
          <a:off x="7815892" y="950909"/>
          <a:ext cx="273384" cy="273384"/>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84258D3-F0B9-4244-B906-714E22C03FFA}">
      <dsp:nvSpPr>
        <dsp:cNvPr id="0" name=""/>
        <dsp:cNvSpPr/>
      </dsp:nvSpPr>
      <dsp:spPr>
        <a:xfrm>
          <a:off x="7815892" y="0"/>
          <a:ext cx="3721364" cy="7864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s-ES" sz="2700" kern="1200" dirty="0"/>
            <a:t>BASADOS EN KERNELS</a:t>
          </a:r>
        </a:p>
      </dsp:txBody>
      <dsp:txXfrm>
        <a:off x="7815892" y="0"/>
        <a:ext cx="3721364" cy="786486"/>
      </dsp:txXfrm>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SquareAccentList">
  <dgm:title val=""/>
  <dgm:desc val=""/>
  <dgm:catLst>
    <dgm:cat type="list" pri="5500"/>
  </dgm:catLst>
  <dgm:samp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ampData>
  <dgm:style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20">
          <dgm:prSet phldr="1"/>
        </dgm:pt>
        <dgm:pt modelId="21">
          <dgm:prSet phldr="1"/>
        </dgm:pt>
        <dgm:pt modelId="22">
          <dgm:prSet phldr="1"/>
        </dgm:pt>
        <dgm:pt modelId="23">
          <dgm:prSet phldr="1"/>
        </dgm:pt>
      </dgm:ptLst>
      <dgm:cxnLst>
        <dgm:cxn modelId="1" srcId="0" destId="10" srcOrd="0" destOrd="0"/>
        <dgm:cxn modelId="2" srcId="10" destId="11" srcOrd="0" destOrd="0"/>
        <dgm:cxn modelId="3" srcId="10" destId="12" srcOrd="1" destOrd="0"/>
        <dgm:cxn modelId="4" srcId="10" destId="13" srcOrd="2" destOrd="0"/>
        <dgm:cxn modelId="5" srcId="0" destId="20" srcOrd="0" destOrd="0"/>
        <dgm:cxn modelId="6" srcId="20" destId="21" srcOrd="0" destOrd="0"/>
        <dgm:cxn modelId="7" srcId="20" destId="22" srcOrd="1" destOrd="0"/>
        <dgm:cxn modelId="8" srcId="20" destId="23" srcOrd="2" destOrd="0"/>
      </dgm:cxnLst>
      <dgm:bg/>
      <dgm:whole/>
    </dgm:dataModel>
  </dgm:clrData>
  <dgm:layoutNode name="layout">
    <dgm:varLst>
      <dgm:chMax/>
      <dgm:chPref/>
      <dgm:dir/>
      <dgm:resizeHandles/>
    </dgm:varLst>
    <dgm:choose name="Name0">
      <dgm:if name="Name1" func="var" arg="dir" op="equ" val="norm">
        <dgm:alg type="hierChild">
          <dgm:param type="linDir" val="fromL"/>
          <dgm:param type="vertAlign" val="t"/>
          <dgm:param type="nodeVertAlign" val="t"/>
          <dgm:param type="horzAlign" val="ctr"/>
          <dgm:param type="fallback" val="1D"/>
        </dgm:alg>
      </dgm:if>
      <dgm:else name="Name2">
        <dgm:alg type="hierChild">
          <dgm:param type="linDir" val="fromR"/>
          <dgm:param type="vertAlign" val="t"/>
          <dgm:param type="nodeVertAlign" val="t"/>
          <dgm:param type="horzAlign" val="ctr"/>
          <dgm:param type="fallback" val="1D"/>
        </dgm:alg>
      </dgm:else>
    </dgm:choose>
    <dgm:shape xmlns:r="http://schemas.openxmlformats.org/officeDocument/2006/relationships" r:blip="">
      <dgm:adjLst/>
    </dgm:shape>
    <dgm:presOf/>
    <dgm:constrLst>
      <dgm:constr type="primFontSz" for="des" forName="Parent" op="equ" val="65"/>
      <dgm:constr type="primFontSz" for="des" forName="Child" op="equ" val="65"/>
      <dgm:constr type="primFontSz" for="des" forName="Child" refType="primFontSz" refFor="des" refForName="Parent" op="lte"/>
      <dgm:constr type="w" for="des" forName="rootComposite" refType="h" refFor="des" refForName="rootComposite" fact="3.0396"/>
      <dgm:constr type="h" for="des" forName="rootComposite" refType="h"/>
      <dgm:constr type="w" for="des" forName="childComposite" refType="w" refFor="des" refForName="rootComposite"/>
      <dgm:constr type="h" for="des" forName="childComposite" refType="h" refFor="des" refForName="rootComposite" fact="0.5205"/>
      <dgm:constr type="sibSp" refType="w" refFor="des" refForName="rootComposite" fact="0.05"/>
      <dgm:constr type="sp" for="des" forName="root" refType="h" refFor="des" refForName="childComposite" fact="0.2855"/>
    </dgm:constrLst>
    <dgm:ruleLst/>
    <dgm:forEach name="Name3" axis="ch">
      <dgm:forEach name="Name4" axis="self" ptType="node" cnt="1">
        <dgm:layoutNode name="root">
          <dgm:varLst>
            <dgm:chMax/>
            <dgm:chPref/>
          </dgm:varLst>
          <dgm:alg type="hierRoot">
            <dgm:param type="hierAlign" val="tL"/>
          </dgm:alg>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hoose name="Name5">
              <dgm:if name="Name6" func="var" arg="dir" op="equ" val="norm">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l" for="ch" forName="ParentSmallAccent" refType="w" fact="0"/>
                  <dgm:constr type="b" for="ch" forName="ParentSmallAccent" refType="h"/>
                  <dgm:constr type="w" for="ch" forName="ParentSmallAccent" refType="h" fact="0.2233"/>
                  <dgm:constr type="h" for="ch" forName="ParentSmallAccent" refType="h" fact="0.2233"/>
                </dgm:constrLst>
              </dgm:if>
              <dgm:else name="Name7">
                <dgm:constrLst>
                  <dgm:constr type="l" for="ch" forName="Parent" refType="w" fact="0"/>
                  <dgm:constr type="t" for="ch" forName="Parent" refType="h" fact="0"/>
                  <dgm:constr type="w" for="ch" forName="Parent" refType="w"/>
                  <dgm:constr type="h" for="ch" forName="Parent" refType="h" fact="0.6424"/>
                  <dgm:constr type="l" for="ch" forName="ParentAccent" refType="w" fact="0"/>
                  <dgm:constr type="b" for="ch" forName="ParentAccent" refType="h"/>
                  <dgm:constr type="w" for="ch" forName="ParentAccent" refType="w"/>
                  <dgm:constr type="h" for="ch" forName="ParentAccent" refType="h" fact="0.3576"/>
                  <dgm:constr type="r" for="ch" forName="ParentSmallAccent" refType="w"/>
                  <dgm:constr type="b" for="ch" forName="ParentSmallAccent" refType="h"/>
                  <dgm:constr type="w" for="ch" forName="ParentSmallAccent" refType="h" fact="0.2233"/>
                  <dgm:constr type="h" for="ch" forName="ParentSmallAccent" refType="h" fact="0.2233"/>
                </dgm:constrLst>
              </dgm:else>
            </dgm:choose>
            <dgm:ruleLst/>
            <dgm:layoutNode name="ParentAccent" styleLbl="alignNode1">
              <dgm:alg type="sp"/>
              <dgm:shape xmlns:r="http://schemas.openxmlformats.org/officeDocument/2006/relationships" type="rect" r:blip="">
                <dgm:adjLst/>
              </dgm:shape>
              <dgm:presOf/>
            </dgm:layoutNode>
            <dgm:layoutNode name="ParentSmallAccent" styleLbl="fgAcc1">
              <dgm:alg type="sp"/>
              <dgm:shape xmlns:r="http://schemas.openxmlformats.org/officeDocument/2006/relationships" type="rect" r:blip="">
                <dgm:adjLst/>
              </dgm:shape>
              <dgm:presOf/>
            </dgm:layoutNode>
            <dgm:layoutNode name="Parent" styleLbl="revTx">
              <dgm:varLst>
                <dgm:chMax/>
                <dgm:chPref val="4"/>
                <dgm:bulletEnabled val="1"/>
              </dgm:varLst>
              <dgm:choose name="Name8">
                <dgm:if name="Name9" func="var" arg="dir" op="equ" val="norm">
                  <dgm:alg type="tx">
                    <dgm:param type="txAnchorVertCh" val="mid"/>
                    <dgm:param type="parTxLTRAlign" val="l"/>
                  </dgm:alg>
                </dgm:if>
                <dgm:else name="Name10">
                  <dgm:alg type="tx">
                    <dgm:param type="txAnchorVertCh" val="mid"/>
                    <dgm:param type="parTxLTRAlign" val="r"/>
                  </dgm:alg>
                </dgm:else>
              </dgm:choose>
              <dgm:shape xmlns:r="http://schemas.openxmlformats.org/officeDocument/2006/relationships" type="rect" r:blip="">
                <dgm:adjLst/>
              </dgm:shape>
              <dgm:presOf axis="self" ptType="node"/>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11" axis="ch">
              <dgm:forEach name="Name12" axis="self" ptType="node">
                <dgm:layoutNode name="childComposite">
                  <dgm:varLst>
                    <dgm:chMax val="0"/>
                    <dgm:chPref val="0"/>
                  </dgm:varLst>
                  <dgm:alg type="composite"/>
                  <dgm:shape xmlns:r="http://schemas.openxmlformats.org/officeDocument/2006/relationships" r:blip="">
                    <dgm:adjLst/>
                  </dgm:shape>
                  <dgm:presOf/>
                  <dgm:choose name="Name13">
                    <dgm:if name="Name14" func="var" arg="dir" op="equ" val="norm">
                      <dgm:constrLst>
                        <dgm:constr type="w" for="ch" forName="ChildAccent" refType="h" fact="0.429"/>
                        <dgm:constr type="h" for="ch" forName="ChildAccent" refType="h" fact="0.429"/>
                        <dgm:constr type="l" for="ch" forName="ChildAccent" refType="w" fact="0"/>
                        <dgm:constr type="t" for="ch" forName="ChildAccent" refType="h" fact="0.2855"/>
                        <dgm:constr type="w" for="ch" forName="Child" refType="w" fact="0.93"/>
                        <dgm:constr type="h" for="ch" forName="Child" refType="h"/>
                        <dgm:constr type="l" for="ch" forName="Child" refType="w" fact="0.07"/>
                        <dgm:constr type="t" for="ch" forName="Child" refType="h" fact="0"/>
                      </dgm:constrLst>
                    </dgm:if>
                    <dgm:else name="Name15">
                      <dgm:constrLst>
                        <dgm:constr type="w" for="ch" forName="ChildAccent" refType="h" fact="0.429"/>
                        <dgm:constr type="h" for="ch" forName="ChildAccent" refType="h" fact="0.429"/>
                        <dgm:constr type="r" for="ch" forName="ChildAccent" refType="w"/>
                        <dgm:constr type="t" for="ch" forName="ChildAccent" refType="h" fact="0.2855"/>
                        <dgm:constr type="w" for="ch" forName="Child" refType="w" fact="0.93"/>
                        <dgm:constr type="h" for="ch" forName="Child" refType="h"/>
                        <dgm:constr type="r" for="ch" forName="Child" refType="w" fact="0.93"/>
                        <dgm:constr type="t" for="ch" forName="Child" refType="h" fact="0"/>
                      </dgm:constrLst>
                    </dgm:else>
                  </dgm:choose>
                  <dgm:ruleLst/>
                  <dgm:layoutNode name="ChildAccent" styleLbl="solidFgAcc1">
                    <dgm:alg type="sp"/>
                    <dgm:shape xmlns:r="http://schemas.openxmlformats.org/officeDocument/2006/relationships" type="rect" r:blip="">
                      <dgm:adjLst/>
                    </dgm:shape>
                    <dgm:presOf/>
                  </dgm:layoutNode>
                  <dgm:layoutNode name="Child" styleLbl="revTx">
                    <dgm:varLst>
                      <dgm:chMax val="0"/>
                      <dgm:chPref val="0"/>
                      <dgm:bulletEnabled val="1"/>
                    </dgm:varLst>
                    <dgm:choose name="Name16">
                      <dgm:if name="Name17" func="var" arg="dir" op="equ" val="norm">
                        <dgm:alg type="tx">
                          <dgm:param type="txAnchorVertCh" val="mid"/>
                          <dgm:param type="parTxLTRAlign" val="l"/>
                        </dgm:alg>
                      </dgm:if>
                      <dgm:else name="Name18">
                        <dgm:alg type="tx">
                          <dgm:param type="txAnchorVertCh" val="mid"/>
                          <dgm:param type="parTxLTRAlign" val="r"/>
                        </dgm:alg>
                      </dgm:else>
                    </dgm:choose>
                    <dgm:shape xmlns:r="http://schemas.openxmlformats.org/officeDocument/2006/relationships" type="rect" r:blip="">
                      <dgm:adjLst/>
                    </dgm:shape>
                    <dgm:presOf axis="desOrSelf" ptType="node node"/>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2229670-90CF-4638-B2E8-58163D88579D}" type="datetimeFigureOut">
              <a:rPr lang="es-ES" smtClean="0"/>
              <a:t>24/11/2025</a:t>
            </a:fld>
            <a:endParaRPr lang="es-ES"/>
          </a:p>
        </p:txBody>
      </p:sp>
      <p:sp>
        <p:nvSpPr>
          <p:cNvPr id="4"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4E30665-DB3C-4B3C-8357-261E4F882AE4}" type="slidenum">
              <a:rPr lang="es-ES" smtClean="0"/>
              <a:t>‹Nº›</a:t>
            </a:fld>
            <a:endParaRPr lang="es-ES"/>
          </a:p>
        </p:txBody>
      </p:sp>
    </p:spTree>
    <p:extLst>
      <p:ext uri="{BB962C8B-B14F-4D97-AF65-F5344CB8AC3E}">
        <p14:creationId xmlns:p14="http://schemas.microsoft.com/office/powerpoint/2010/main" val="10731818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BD004B-AF7D-1249-A4E0-FAE0B437C49D}" type="datetimeFigureOut">
              <a:rPr lang="es-ES" smtClean="0"/>
              <a:t>24/11/2025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FFE98-CF17-7B41-B63C-9D001B617AAE}" type="slidenum">
              <a:rPr lang="es-ES" smtClean="0"/>
              <a:t>‹Nº›</a:t>
            </a:fld>
            <a:endParaRPr lang="es-ES"/>
          </a:p>
        </p:txBody>
      </p:sp>
    </p:spTree>
    <p:extLst>
      <p:ext uri="{BB962C8B-B14F-4D97-AF65-F5344CB8AC3E}">
        <p14:creationId xmlns:p14="http://schemas.microsoft.com/office/powerpoint/2010/main" val="1859643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4.png"/><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5.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6.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12.xml"/><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13.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14.xml"/><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15.xml"/><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16.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ver Blu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1A75467-85C2-7B1D-2133-B8ECA2D3CB82}"/>
              </a:ext>
            </a:extLst>
          </p:cNvPr>
          <p:cNvGraphicFramePr>
            <a:graphicFrameLocks noChangeAspect="1"/>
          </p:cNvGraphicFramePr>
          <p:nvPr userDrawn="1">
            <p:custDataLst>
              <p:tags r:id="rId1"/>
            </p:custDataLst>
            <p:extLst>
              <p:ext uri="{D42A27DB-BD31-4B8C-83A1-F6EECF244321}">
                <p14:modId xmlns:p14="http://schemas.microsoft.com/office/powerpoint/2010/main" val="34550948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60" imgH="360" progId="TCLayout.ActiveDocument.1">
                  <p:embed/>
                </p:oleObj>
              </mc:Choice>
              <mc:Fallback>
                <p:oleObj name="Diapositiva de think-cell" r:id="rId3" imgW="360" imgH="360" progId="TCLayout.ActiveDocument.1">
                  <p:embed/>
                  <p:pic>
                    <p:nvPicPr>
                      <p:cNvPr id="3" name="think-cell data - do not delete" hidden="1">
                        <a:extLst>
                          <a:ext uri="{FF2B5EF4-FFF2-40B4-BE49-F238E27FC236}">
                            <a16:creationId xmlns:a16="http://schemas.microsoft.com/office/drawing/2014/main" id="{E1A75467-85C2-7B1D-2133-B8ECA2D3CB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ítulo 1">
            <a:extLst>
              <a:ext uri="{FF2B5EF4-FFF2-40B4-BE49-F238E27FC236}">
                <a16:creationId xmlns:a16="http://schemas.microsoft.com/office/drawing/2014/main" id="{A460A5D1-D07E-73DA-E4AE-41ECF6089888}"/>
              </a:ext>
            </a:extLst>
          </p:cNvPr>
          <p:cNvSpPr>
            <a:spLocks noGrp="1"/>
          </p:cNvSpPr>
          <p:nvPr>
            <p:ph type="title" hasCustomPrompt="1"/>
          </p:nvPr>
        </p:nvSpPr>
        <p:spPr>
          <a:xfrm>
            <a:off x="535611" y="2921282"/>
            <a:ext cx="6480000" cy="999565"/>
          </a:xfrm>
          <a:prstGeom prst="rect">
            <a:avLst/>
          </a:prstGeom>
        </p:spPr>
        <p:txBody>
          <a:bodyPr vert="horz" anchor="ctr"/>
          <a:lstStyle>
            <a:lvl1pPr>
              <a:defRPr sz="3600" b="1" i="0">
                <a:solidFill>
                  <a:schemeClr val="bg1"/>
                </a:solidFill>
                <a:latin typeface="Arial Narrow" panose="020B0604020202020204" pitchFamily="34" charset="0"/>
              </a:defRPr>
            </a:lvl1pPr>
          </a:lstStyle>
          <a:p>
            <a:r>
              <a:rPr lang="es-ES"/>
              <a:t>TITLE OF THE PRESENTATION</a:t>
            </a:r>
          </a:p>
        </p:txBody>
      </p:sp>
      <p:sp>
        <p:nvSpPr>
          <p:cNvPr id="9" name="Marcador de texto 3">
            <a:extLst>
              <a:ext uri="{FF2B5EF4-FFF2-40B4-BE49-F238E27FC236}">
                <a16:creationId xmlns:a16="http://schemas.microsoft.com/office/drawing/2014/main" id="{A693E489-2CF1-15CA-1564-812DB4F5958B}"/>
              </a:ext>
            </a:extLst>
          </p:cNvPr>
          <p:cNvSpPr>
            <a:spLocks noGrp="1"/>
          </p:cNvSpPr>
          <p:nvPr>
            <p:ph type="body" sz="half" idx="2" hasCustomPrompt="1"/>
          </p:nvPr>
        </p:nvSpPr>
        <p:spPr>
          <a:xfrm>
            <a:off x="535611" y="3920847"/>
            <a:ext cx="6480000" cy="696756"/>
          </a:xfrm>
          <a:prstGeom prst="rect">
            <a:avLst/>
          </a:prstGeom>
        </p:spPr>
        <p:txBody>
          <a:bodyPr/>
          <a:lstStyle>
            <a:lvl1pPr marL="0" indent="0">
              <a:buNone/>
              <a:defRPr sz="2000" b="0" i="0">
                <a:solidFill>
                  <a:schemeClr val="bg1"/>
                </a:solidFill>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Subtitle</a:t>
            </a:r>
          </a:p>
        </p:txBody>
      </p:sp>
      <p:pic>
        <p:nvPicPr>
          <p:cNvPr id="10" name="Imagen 9">
            <a:extLst>
              <a:ext uri="{FF2B5EF4-FFF2-40B4-BE49-F238E27FC236}">
                <a16:creationId xmlns:a16="http://schemas.microsoft.com/office/drawing/2014/main" id="{98A6A820-9578-2A70-F108-49ED09A378D6}"/>
              </a:ext>
            </a:extLst>
          </p:cNvPr>
          <p:cNvPicPr/>
          <p:nvPr userDrawn="1"/>
        </p:nvPicPr>
        <p:blipFill>
          <a:blip r:embed="rId5"/>
          <a:stretch>
            <a:fillRect/>
          </a:stretch>
        </p:blipFill>
        <p:spPr>
          <a:xfrm>
            <a:off x="8600170" y="2824420"/>
            <a:ext cx="2738392" cy="1209160"/>
          </a:xfrm>
          <a:prstGeom prst="rect">
            <a:avLst/>
          </a:prstGeom>
        </p:spPr>
      </p:pic>
      <p:sp>
        <p:nvSpPr>
          <p:cNvPr id="7" name="CuadroTexto 6">
            <a:extLst>
              <a:ext uri="{FF2B5EF4-FFF2-40B4-BE49-F238E27FC236}">
                <a16:creationId xmlns:a16="http://schemas.microsoft.com/office/drawing/2014/main" id="{3213E486-EF19-1D31-6971-4DE69A62B9A6}"/>
              </a:ext>
            </a:extLst>
          </p:cNvPr>
          <p:cNvSpPr txBox="1"/>
          <p:nvPr userDrawn="1"/>
        </p:nvSpPr>
        <p:spPr>
          <a:xfrm>
            <a:off x="535611" y="5441678"/>
            <a:ext cx="4636752" cy="1154162"/>
          </a:xfrm>
          <a:prstGeom prst="rect">
            <a:avLst/>
          </a:prstGeom>
          <a:noFill/>
        </p:spPr>
        <p:txBody>
          <a:bodyPr wrap="square" rtlCol="0">
            <a:spAutoFit/>
          </a:bodyPr>
          <a:lstStyle/>
          <a:p>
            <a:pPr eaLnBrk="0" hangingPunct="0">
              <a:spcAft>
                <a:spcPts val="600"/>
              </a:spcAft>
              <a:tabLst>
                <a:tab pos="2400300" algn="l"/>
              </a:tabLst>
            </a:pPr>
            <a:r>
              <a:rPr lang="en-US" sz="800" b="0" i="0">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PROPRIETARY AND CONFIDENTIAL </a:t>
            </a:r>
          </a:p>
          <a:p>
            <a:pPr eaLnBrk="0" hangingPunct="0">
              <a:spcAft>
                <a:spcPts val="0"/>
              </a:spcAft>
              <a:tabLst>
                <a:tab pos="2400300" algn="l"/>
              </a:tabLst>
            </a:pPr>
            <a:r>
              <a:rPr lang="en-US" sz="800" b="0" i="0">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 Industria de Turbo </a:t>
            </a:r>
            <a:r>
              <a:rPr lang="en-US" sz="800" b="0" i="0" err="1">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Propulsores</a:t>
            </a:r>
            <a:r>
              <a:rPr lang="en-US" sz="800" b="0" i="0">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 S.A.U (ITP Aero) and/or its affiliates 2025. All rights </a:t>
            </a:r>
            <a:r>
              <a:rPr lang="en-US" sz="800" b="0" i="0" err="1">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reserved.This</a:t>
            </a:r>
            <a:r>
              <a:rPr lang="en-US" sz="800" b="0" i="0">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 Presentation is provided to the recipient for informational purposes. No representations or warranties are made by ITP Aero or its direct and indirect equity holders and their respective affiliates as to the accuracy of the information contained herein and any guidance and/or </a:t>
            </a:r>
            <a:r>
              <a:rPr lang="en-US" sz="800" b="0" i="0" err="1">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projections.The</a:t>
            </a:r>
            <a:r>
              <a:rPr lang="en-US" sz="800" b="0" i="0">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 information in this document shall not be used for any purpose other than that for which it is supplied, nor disclosed without the express previous written consent of </a:t>
            </a:r>
            <a:r>
              <a:rPr lang="en-US" sz="800" b="0" i="0" err="1">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Industria</a:t>
            </a:r>
            <a:r>
              <a:rPr lang="en-US" sz="800" b="0" i="0">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 de Turbo </a:t>
            </a:r>
            <a:r>
              <a:rPr lang="en-US" sz="800" b="0" i="0" err="1">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Propulsores</a:t>
            </a:r>
            <a:r>
              <a:rPr lang="en-US" sz="800" b="0" i="0">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 S.A.U. and/or its affiliates.</a:t>
            </a:r>
          </a:p>
        </p:txBody>
      </p:sp>
    </p:spTree>
    <p:extLst>
      <p:ext uri="{BB962C8B-B14F-4D97-AF65-F5344CB8AC3E}">
        <p14:creationId xmlns:p14="http://schemas.microsoft.com/office/powerpoint/2010/main" val="41205398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ver White">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FEA36E74-C5DE-7CBF-C575-E36CE9EF3372}"/>
              </a:ext>
            </a:extLst>
          </p:cNvPr>
          <p:cNvGraphicFramePr>
            <a:graphicFrameLocks noChangeAspect="1"/>
          </p:cNvGraphicFramePr>
          <p:nvPr userDrawn="1">
            <p:custDataLst>
              <p:tags r:id="rId1"/>
            </p:custDataLst>
            <p:extLst>
              <p:ext uri="{D42A27DB-BD31-4B8C-83A1-F6EECF244321}">
                <p14:modId xmlns:p14="http://schemas.microsoft.com/office/powerpoint/2010/main" val="33106708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360" imgH="360" progId="TCLayout.ActiveDocument.1">
                  <p:embed/>
                </p:oleObj>
              </mc:Choice>
              <mc:Fallback>
                <p:oleObj name="Diapositiva de think-cell" r:id="rId3" imgW="360" imgH="360" progId="TCLayout.ActiveDocument.1">
                  <p:embed/>
                  <p:pic>
                    <p:nvPicPr>
                      <p:cNvPr id="7" name="think-cell data - do not delete" hidden="1">
                        <a:extLst>
                          <a:ext uri="{FF2B5EF4-FFF2-40B4-BE49-F238E27FC236}">
                            <a16:creationId xmlns:a16="http://schemas.microsoft.com/office/drawing/2014/main" id="{FEA36E74-C5DE-7CBF-C575-E36CE9EF33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3" name="Imagen 2" descr="Logotipo&#10;&#10;Descripción generada automáticamente">
            <a:extLst>
              <a:ext uri="{FF2B5EF4-FFF2-40B4-BE49-F238E27FC236}">
                <a16:creationId xmlns:a16="http://schemas.microsoft.com/office/drawing/2014/main" id="{3679C8AB-DF1F-6A48-9FFD-BECC8752A52D}"/>
              </a:ext>
            </a:extLst>
          </p:cNvPr>
          <p:cNvPicPr>
            <a:picLocks noChangeAspect="1"/>
          </p:cNvPicPr>
          <p:nvPr userDrawn="1"/>
        </p:nvPicPr>
        <p:blipFill>
          <a:blip r:embed="rId5"/>
          <a:stretch>
            <a:fillRect/>
          </a:stretch>
        </p:blipFill>
        <p:spPr>
          <a:xfrm>
            <a:off x="8032377" y="2258067"/>
            <a:ext cx="3872751" cy="2341865"/>
          </a:xfrm>
          <a:prstGeom prst="rect">
            <a:avLst/>
          </a:prstGeom>
        </p:spPr>
      </p:pic>
      <p:sp>
        <p:nvSpPr>
          <p:cNvPr id="8" name="Título 1">
            <a:extLst>
              <a:ext uri="{FF2B5EF4-FFF2-40B4-BE49-F238E27FC236}">
                <a16:creationId xmlns:a16="http://schemas.microsoft.com/office/drawing/2014/main" id="{A460A5D1-D07E-73DA-E4AE-41ECF6089888}"/>
              </a:ext>
            </a:extLst>
          </p:cNvPr>
          <p:cNvSpPr>
            <a:spLocks noGrp="1"/>
          </p:cNvSpPr>
          <p:nvPr>
            <p:ph type="title" hasCustomPrompt="1"/>
          </p:nvPr>
        </p:nvSpPr>
        <p:spPr>
          <a:xfrm>
            <a:off x="535610" y="2921282"/>
            <a:ext cx="6480000" cy="999565"/>
          </a:xfrm>
          <a:prstGeom prst="rect">
            <a:avLst/>
          </a:prstGeom>
        </p:spPr>
        <p:txBody>
          <a:bodyPr vert="horz" anchor="ctr"/>
          <a:lstStyle>
            <a:lvl1pPr>
              <a:defRPr sz="3600" b="1" i="0">
                <a:solidFill>
                  <a:srgbClr val="0042ED"/>
                </a:solidFill>
                <a:latin typeface="Arial Narrow" panose="020B0604020202020204" pitchFamily="34" charset="0"/>
              </a:defRPr>
            </a:lvl1pPr>
          </a:lstStyle>
          <a:p>
            <a:r>
              <a:rPr lang="es-ES"/>
              <a:t>TITLE OF THE PRESENTATION</a:t>
            </a:r>
          </a:p>
        </p:txBody>
      </p:sp>
      <p:sp>
        <p:nvSpPr>
          <p:cNvPr id="9" name="Marcador de texto 3">
            <a:extLst>
              <a:ext uri="{FF2B5EF4-FFF2-40B4-BE49-F238E27FC236}">
                <a16:creationId xmlns:a16="http://schemas.microsoft.com/office/drawing/2014/main" id="{A693E489-2CF1-15CA-1564-812DB4F5958B}"/>
              </a:ext>
            </a:extLst>
          </p:cNvPr>
          <p:cNvSpPr>
            <a:spLocks noGrp="1"/>
          </p:cNvSpPr>
          <p:nvPr>
            <p:ph type="body" sz="half" idx="2" hasCustomPrompt="1"/>
          </p:nvPr>
        </p:nvSpPr>
        <p:spPr>
          <a:xfrm>
            <a:off x="535610" y="3920847"/>
            <a:ext cx="6480000" cy="696756"/>
          </a:xfrm>
          <a:prstGeom prst="rect">
            <a:avLst/>
          </a:prstGeom>
        </p:spPr>
        <p:txBody>
          <a:bodyPr/>
          <a:lstStyle>
            <a:lvl1pPr marL="0" indent="0">
              <a:buNone/>
              <a:defRPr sz="2000" b="0" i="0">
                <a:solidFill>
                  <a:srgbClr val="0042ED"/>
                </a:solidFill>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Subtitle</a:t>
            </a:r>
          </a:p>
        </p:txBody>
      </p:sp>
      <p:sp>
        <p:nvSpPr>
          <p:cNvPr id="10" name="CuadroTexto 9">
            <a:extLst>
              <a:ext uri="{FF2B5EF4-FFF2-40B4-BE49-F238E27FC236}">
                <a16:creationId xmlns:a16="http://schemas.microsoft.com/office/drawing/2014/main" id="{3213E486-EF19-1D31-6971-4DE69A62B9A6}"/>
              </a:ext>
            </a:extLst>
          </p:cNvPr>
          <p:cNvSpPr txBox="1"/>
          <p:nvPr userDrawn="1"/>
        </p:nvSpPr>
        <p:spPr>
          <a:xfrm>
            <a:off x="535611" y="5441678"/>
            <a:ext cx="4636752" cy="1154162"/>
          </a:xfrm>
          <a:prstGeom prst="rect">
            <a:avLst/>
          </a:prstGeom>
          <a:noFill/>
        </p:spPr>
        <p:txBody>
          <a:bodyPr wrap="square" rtlCol="0">
            <a:spAutoFit/>
          </a:bodyPr>
          <a:lstStyle/>
          <a:p>
            <a:pPr eaLnBrk="0" hangingPunct="0">
              <a:spcAft>
                <a:spcPts val="600"/>
              </a:spcAft>
              <a:tabLst>
                <a:tab pos="2400300" algn="l"/>
              </a:tabLst>
            </a:pPr>
            <a:r>
              <a:rPr lang="en-US" sz="800" b="0" i="0">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PROPRIETARY AND CONFIDENTIAL </a:t>
            </a:r>
          </a:p>
          <a:p>
            <a:pPr eaLnBrk="0" hangingPunct="0">
              <a:spcAft>
                <a:spcPts val="0"/>
              </a:spcAft>
              <a:tabLst>
                <a:tab pos="2400300" algn="l"/>
              </a:tabLst>
            </a:pPr>
            <a:r>
              <a:rPr lang="en-US" sz="800" b="0" i="0">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 Industria de Turbo </a:t>
            </a:r>
            <a:r>
              <a:rPr lang="en-US" sz="800" b="0" i="0" err="1">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Propulsores</a:t>
            </a:r>
            <a:r>
              <a:rPr lang="en-US" sz="800" b="0" i="0">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 S.A.U (ITP Aero) and/or its affiliates 2025. All rights </a:t>
            </a:r>
            <a:r>
              <a:rPr lang="en-US" sz="800" b="0" i="0" err="1">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reserved.This</a:t>
            </a:r>
            <a:r>
              <a:rPr lang="en-US" sz="800" b="0" i="0">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 Presentation is provided to the recipient for informational purposes. No representations or warranties are made by ITP Aero or its direct and indirect equity holders and their respective affiliates as to the accuracy of the information contained herein and any guidance and/or </a:t>
            </a:r>
            <a:r>
              <a:rPr lang="en-US" sz="800" b="0" i="0" err="1">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projections.The</a:t>
            </a:r>
            <a:r>
              <a:rPr lang="en-US" sz="800" b="0" i="0">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 information in this document shall not be used for any purpose other than that for which it is supplied, nor disclosed without the express previous written consent of </a:t>
            </a:r>
            <a:r>
              <a:rPr lang="en-US" sz="800" b="0" i="0" err="1">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Industria</a:t>
            </a:r>
            <a:r>
              <a:rPr lang="en-US" sz="800" b="0" i="0">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 de Turbo </a:t>
            </a:r>
            <a:r>
              <a:rPr lang="en-US" sz="800" b="0" i="0" err="1">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Propulsores</a:t>
            </a:r>
            <a:r>
              <a:rPr lang="en-US" sz="800" b="0" i="0">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 S.A.U. and/or its affiliates.</a:t>
            </a:r>
          </a:p>
        </p:txBody>
      </p:sp>
    </p:spTree>
    <p:extLst>
      <p:ext uri="{BB962C8B-B14F-4D97-AF65-F5344CB8AC3E}">
        <p14:creationId xmlns:p14="http://schemas.microsoft.com/office/powerpoint/2010/main" val="2336442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over Blue 1">
    <p:bg>
      <p:bgPr>
        <a:solidFill>
          <a:srgbClr val="0042ED"/>
        </a:solidFill>
        <a:effectLst/>
      </p:bgPr>
    </p:bg>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A460A5D1-D07E-73DA-E4AE-41ECF6089888}"/>
              </a:ext>
            </a:extLst>
          </p:cNvPr>
          <p:cNvSpPr>
            <a:spLocks noGrp="1"/>
          </p:cNvSpPr>
          <p:nvPr>
            <p:ph type="title" hasCustomPrompt="1"/>
          </p:nvPr>
        </p:nvSpPr>
        <p:spPr>
          <a:xfrm>
            <a:off x="535611" y="2921282"/>
            <a:ext cx="3301907" cy="999565"/>
          </a:xfrm>
          <a:prstGeom prst="rect">
            <a:avLst/>
          </a:prstGeom>
        </p:spPr>
        <p:txBody>
          <a:bodyPr anchor="ctr"/>
          <a:lstStyle>
            <a:lvl1pPr>
              <a:defRPr sz="3600" b="1" i="0">
                <a:solidFill>
                  <a:schemeClr val="bg1"/>
                </a:solidFill>
                <a:latin typeface="Arial Narrow" panose="020B0604020202020204" pitchFamily="34" charset="0"/>
              </a:defRPr>
            </a:lvl1pPr>
          </a:lstStyle>
          <a:p>
            <a:r>
              <a:rPr lang="es-ES"/>
              <a:t>TITLE OF THE PRESENTATION</a:t>
            </a:r>
          </a:p>
        </p:txBody>
      </p:sp>
      <p:sp>
        <p:nvSpPr>
          <p:cNvPr id="9" name="Marcador de texto 3">
            <a:extLst>
              <a:ext uri="{FF2B5EF4-FFF2-40B4-BE49-F238E27FC236}">
                <a16:creationId xmlns:a16="http://schemas.microsoft.com/office/drawing/2014/main" id="{A693E489-2CF1-15CA-1564-812DB4F5958B}"/>
              </a:ext>
            </a:extLst>
          </p:cNvPr>
          <p:cNvSpPr>
            <a:spLocks noGrp="1"/>
          </p:cNvSpPr>
          <p:nvPr>
            <p:ph type="body" sz="half" idx="2" hasCustomPrompt="1"/>
          </p:nvPr>
        </p:nvSpPr>
        <p:spPr>
          <a:xfrm>
            <a:off x="535611" y="3920847"/>
            <a:ext cx="3301907" cy="696756"/>
          </a:xfrm>
          <a:prstGeom prst="rect">
            <a:avLst/>
          </a:prstGeom>
        </p:spPr>
        <p:txBody>
          <a:bodyPr/>
          <a:lstStyle>
            <a:lvl1pPr marL="0" indent="0">
              <a:buNone/>
              <a:defRPr sz="2000" b="0" i="0">
                <a:solidFill>
                  <a:schemeClr val="bg1"/>
                </a:solidFill>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Subtitle</a:t>
            </a:r>
          </a:p>
        </p:txBody>
      </p:sp>
      <p:sp>
        <p:nvSpPr>
          <p:cNvPr id="4" name="Marcador de posición de imagen 2">
            <a:extLst>
              <a:ext uri="{FF2B5EF4-FFF2-40B4-BE49-F238E27FC236}">
                <a16:creationId xmlns:a16="http://schemas.microsoft.com/office/drawing/2014/main" id="{C1AC71DB-90C7-AEDF-FAB4-EBA8EB91AA98}"/>
              </a:ext>
            </a:extLst>
          </p:cNvPr>
          <p:cNvSpPr>
            <a:spLocks noGrp="1"/>
          </p:cNvSpPr>
          <p:nvPr>
            <p:ph type="pic" idx="1"/>
          </p:nvPr>
        </p:nvSpPr>
        <p:spPr>
          <a:xfrm>
            <a:off x="4613564" y="0"/>
            <a:ext cx="7578436" cy="6857999"/>
          </a:xfrm>
          <a:prstGeom prst="rect">
            <a:avLst/>
          </a:prstGeom>
        </p:spPr>
        <p:txBody>
          <a:bodyPr/>
          <a:lstStyle>
            <a:lvl1pPr marL="0" indent="0">
              <a:buNone/>
              <a:defRPr sz="3200" b="0" i="0">
                <a:solidFill>
                  <a:schemeClr val="bg1"/>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pic>
        <p:nvPicPr>
          <p:cNvPr id="7" name="Imagen 6">
            <a:extLst>
              <a:ext uri="{FF2B5EF4-FFF2-40B4-BE49-F238E27FC236}">
                <a16:creationId xmlns:a16="http://schemas.microsoft.com/office/drawing/2014/main" id="{40312104-7003-AED0-8DE8-200D8637770A}"/>
              </a:ext>
            </a:extLst>
          </p:cNvPr>
          <p:cNvPicPr/>
          <p:nvPr userDrawn="1"/>
        </p:nvPicPr>
        <p:blipFill>
          <a:blip r:embed="rId2"/>
          <a:stretch>
            <a:fillRect/>
          </a:stretch>
        </p:blipFill>
        <p:spPr>
          <a:xfrm>
            <a:off x="654049" y="472962"/>
            <a:ext cx="1341701" cy="592440"/>
          </a:xfrm>
          <a:prstGeom prst="rect">
            <a:avLst/>
          </a:prstGeom>
        </p:spPr>
      </p:pic>
      <p:sp>
        <p:nvSpPr>
          <p:cNvPr id="10" name="CuadroTexto 9">
            <a:extLst>
              <a:ext uri="{FF2B5EF4-FFF2-40B4-BE49-F238E27FC236}">
                <a16:creationId xmlns:a16="http://schemas.microsoft.com/office/drawing/2014/main" id="{3213E486-EF19-1D31-6971-4DE69A62B9A6}"/>
              </a:ext>
            </a:extLst>
          </p:cNvPr>
          <p:cNvSpPr txBox="1"/>
          <p:nvPr userDrawn="1"/>
        </p:nvSpPr>
        <p:spPr>
          <a:xfrm>
            <a:off x="535612" y="5247714"/>
            <a:ext cx="3722352" cy="1400383"/>
          </a:xfrm>
          <a:prstGeom prst="rect">
            <a:avLst/>
          </a:prstGeom>
          <a:noFill/>
        </p:spPr>
        <p:txBody>
          <a:bodyPr wrap="square" rtlCol="0">
            <a:spAutoFit/>
          </a:bodyPr>
          <a:lstStyle/>
          <a:p>
            <a:pPr eaLnBrk="0" hangingPunct="0">
              <a:spcAft>
                <a:spcPts val="600"/>
              </a:spcAft>
              <a:tabLst>
                <a:tab pos="2400300" algn="l"/>
              </a:tabLst>
            </a:pPr>
            <a:r>
              <a:rPr lang="en-US" sz="800" b="0" i="0">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PROPRIETARY AND CONFIDENTIAL </a:t>
            </a:r>
          </a:p>
          <a:p>
            <a:pPr eaLnBrk="0" hangingPunct="0">
              <a:spcAft>
                <a:spcPts val="0"/>
              </a:spcAft>
              <a:tabLst>
                <a:tab pos="2400300" algn="l"/>
              </a:tabLst>
            </a:pPr>
            <a:r>
              <a:rPr lang="en-US" sz="800" b="0" i="0">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 Industria de Turbo </a:t>
            </a:r>
            <a:r>
              <a:rPr lang="en-US" sz="800" b="0" i="0" err="1">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Propulsores</a:t>
            </a:r>
            <a:r>
              <a:rPr lang="en-US" sz="800" b="0" i="0">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 S.A.U (ITP Aero) and/or its affiliates 2025. All rights </a:t>
            </a:r>
            <a:r>
              <a:rPr lang="en-US" sz="800" b="0" i="0" err="1">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reserved.This</a:t>
            </a:r>
            <a:r>
              <a:rPr lang="en-US" sz="800" b="0" i="0">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 Presentation is provided to the recipient for informational purposes. No representations or warranties are made by ITP Aero or its direct and indirect equity holders and their respective affiliates as to the accuracy of the information contained herein and any guidance and/or </a:t>
            </a:r>
            <a:r>
              <a:rPr lang="en-US" sz="800" b="0" i="0" err="1">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projections.The</a:t>
            </a:r>
            <a:r>
              <a:rPr lang="en-US" sz="800" b="0" i="0">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 information in this document shall not be used for any purpose other than that for which it is supplied, nor disclosed without the express previous written consent of </a:t>
            </a:r>
            <a:r>
              <a:rPr lang="en-US" sz="800" b="0" i="0" err="1">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Industria</a:t>
            </a:r>
            <a:r>
              <a:rPr lang="en-US" sz="800" b="0" i="0">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 de Turbo </a:t>
            </a:r>
            <a:r>
              <a:rPr lang="en-US" sz="800" b="0" i="0" err="1">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Propulsores</a:t>
            </a:r>
            <a:r>
              <a:rPr lang="en-US" sz="800" b="0" i="0">
                <a:solidFill>
                  <a:schemeClr val="bg1"/>
                </a:solidFill>
                <a:latin typeface="Arial" panose="020B0604020202020204" pitchFamily="34" charset="0"/>
                <a:ea typeface="Arial" charset="0"/>
                <a:cs typeface="Arial" panose="020B0604020202020204" pitchFamily="34" charset="0"/>
                <a:sym typeface="Century Gothic" panose="020B0502020202020204" pitchFamily="34" charset="0"/>
              </a:rPr>
              <a:t> S.A.U. and/or its affiliates.</a:t>
            </a:r>
          </a:p>
        </p:txBody>
      </p:sp>
    </p:spTree>
    <p:extLst>
      <p:ext uri="{BB962C8B-B14F-4D97-AF65-F5344CB8AC3E}">
        <p14:creationId xmlns:p14="http://schemas.microsoft.com/office/powerpoint/2010/main" val="1898192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Cover White 1">
    <p:bg>
      <p:bgPr>
        <a:solidFill>
          <a:schemeClr val="bg1"/>
        </a:solidFill>
        <a:effectLst/>
      </p:bgPr>
    </p:bg>
    <p:spTree>
      <p:nvGrpSpPr>
        <p:cNvPr id="1" name=""/>
        <p:cNvGrpSpPr/>
        <p:nvPr/>
      </p:nvGrpSpPr>
      <p:grpSpPr>
        <a:xfrm>
          <a:off x="0" y="0"/>
          <a:ext cx="0" cy="0"/>
          <a:chOff x="0" y="0"/>
          <a:chExt cx="0" cy="0"/>
        </a:xfrm>
      </p:grpSpPr>
      <p:pic>
        <p:nvPicPr>
          <p:cNvPr id="3" name="Imagen 2" descr="Logotipo&#10;&#10;Descripción generada automáticamente">
            <a:extLst>
              <a:ext uri="{FF2B5EF4-FFF2-40B4-BE49-F238E27FC236}">
                <a16:creationId xmlns:a16="http://schemas.microsoft.com/office/drawing/2014/main" id="{3679C8AB-DF1F-6A48-9FFD-BECC8752A52D}"/>
              </a:ext>
            </a:extLst>
          </p:cNvPr>
          <p:cNvPicPr>
            <a:picLocks noChangeAspect="1"/>
          </p:cNvPicPr>
          <p:nvPr userDrawn="1"/>
        </p:nvPicPr>
        <p:blipFill>
          <a:blip r:embed="rId2"/>
          <a:stretch>
            <a:fillRect/>
          </a:stretch>
        </p:blipFill>
        <p:spPr>
          <a:xfrm>
            <a:off x="373911" y="185894"/>
            <a:ext cx="1920402" cy="1161273"/>
          </a:xfrm>
          <a:prstGeom prst="rect">
            <a:avLst/>
          </a:prstGeom>
        </p:spPr>
      </p:pic>
      <p:sp>
        <p:nvSpPr>
          <p:cNvPr id="8" name="Título 1">
            <a:extLst>
              <a:ext uri="{FF2B5EF4-FFF2-40B4-BE49-F238E27FC236}">
                <a16:creationId xmlns:a16="http://schemas.microsoft.com/office/drawing/2014/main" id="{A460A5D1-D07E-73DA-E4AE-41ECF6089888}"/>
              </a:ext>
            </a:extLst>
          </p:cNvPr>
          <p:cNvSpPr>
            <a:spLocks noGrp="1"/>
          </p:cNvSpPr>
          <p:nvPr>
            <p:ph type="title" hasCustomPrompt="1"/>
          </p:nvPr>
        </p:nvSpPr>
        <p:spPr>
          <a:xfrm>
            <a:off x="535611" y="2921282"/>
            <a:ext cx="3301907" cy="999565"/>
          </a:xfrm>
          <a:prstGeom prst="rect">
            <a:avLst/>
          </a:prstGeom>
        </p:spPr>
        <p:txBody>
          <a:bodyPr anchor="ctr"/>
          <a:lstStyle>
            <a:lvl1pPr>
              <a:defRPr sz="3600" b="1" i="0">
                <a:solidFill>
                  <a:srgbClr val="0042ED"/>
                </a:solidFill>
                <a:latin typeface="Arial Narrow" panose="020B0604020202020204" pitchFamily="34" charset="0"/>
              </a:defRPr>
            </a:lvl1pPr>
          </a:lstStyle>
          <a:p>
            <a:r>
              <a:rPr lang="es-ES"/>
              <a:t>TITLE OF THE PRESENTATION</a:t>
            </a:r>
          </a:p>
        </p:txBody>
      </p:sp>
      <p:sp>
        <p:nvSpPr>
          <p:cNvPr id="9" name="Marcador de texto 3">
            <a:extLst>
              <a:ext uri="{FF2B5EF4-FFF2-40B4-BE49-F238E27FC236}">
                <a16:creationId xmlns:a16="http://schemas.microsoft.com/office/drawing/2014/main" id="{A693E489-2CF1-15CA-1564-812DB4F5958B}"/>
              </a:ext>
            </a:extLst>
          </p:cNvPr>
          <p:cNvSpPr>
            <a:spLocks noGrp="1"/>
          </p:cNvSpPr>
          <p:nvPr>
            <p:ph type="body" sz="half" idx="2" hasCustomPrompt="1"/>
          </p:nvPr>
        </p:nvSpPr>
        <p:spPr>
          <a:xfrm>
            <a:off x="535611" y="3920847"/>
            <a:ext cx="3301907" cy="696756"/>
          </a:xfrm>
          <a:prstGeom prst="rect">
            <a:avLst/>
          </a:prstGeom>
        </p:spPr>
        <p:txBody>
          <a:bodyPr/>
          <a:lstStyle>
            <a:lvl1pPr marL="0" indent="0">
              <a:buNone/>
              <a:defRPr sz="2000" b="0" i="0">
                <a:solidFill>
                  <a:srgbClr val="0042ED"/>
                </a:solidFill>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Subtitle</a:t>
            </a:r>
          </a:p>
        </p:txBody>
      </p:sp>
      <p:sp>
        <p:nvSpPr>
          <p:cNvPr id="4" name="Marcador de posición de imagen 2">
            <a:extLst>
              <a:ext uri="{FF2B5EF4-FFF2-40B4-BE49-F238E27FC236}">
                <a16:creationId xmlns:a16="http://schemas.microsoft.com/office/drawing/2014/main" id="{C1AC71DB-90C7-AEDF-FAB4-EBA8EB91AA98}"/>
              </a:ext>
            </a:extLst>
          </p:cNvPr>
          <p:cNvSpPr>
            <a:spLocks noGrp="1"/>
          </p:cNvSpPr>
          <p:nvPr>
            <p:ph type="pic" idx="1"/>
          </p:nvPr>
        </p:nvSpPr>
        <p:spPr>
          <a:xfrm>
            <a:off x="4613564" y="0"/>
            <a:ext cx="7578436" cy="6857999"/>
          </a:xfrm>
          <a:prstGeom prst="rect">
            <a:avLst/>
          </a:prstGeom>
        </p:spPr>
        <p:txBody>
          <a:bodyPr/>
          <a:lstStyle>
            <a:lvl1pPr marL="0" indent="0">
              <a:buNone/>
              <a:defRPr sz="3200" b="0" i="0">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7" name="CuadroTexto 6">
            <a:extLst>
              <a:ext uri="{FF2B5EF4-FFF2-40B4-BE49-F238E27FC236}">
                <a16:creationId xmlns:a16="http://schemas.microsoft.com/office/drawing/2014/main" id="{3213E486-EF19-1D31-6971-4DE69A62B9A6}"/>
              </a:ext>
            </a:extLst>
          </p:cNvPr>
          <p:cNvSpPr txBox="1"/>
          <p:nvPr userDrawn="1"/>
        </p:nvSpPr>
        <p:spPr>
          <a:xfrm>
            <a:off x="535612" y="5247714"/>
            <a:ext cx="3722352" cy="1400383"/>
          </a:xfrm>
          <a:prstGeom prst="rect">
            <a:avLst/>
          </a:prstGeom>
          <a:noFill/>
        </p:spPr>
        <p:txBody>
          <a:bodyPr wrap="square" rtlCol="0">
            <a:spAutoFit/>
          </a:bodyPr>
          <a:lstStyle/>
          <a:p>
            <a:pPr eaLnBrk="0" hangingPunct="0">
              <a:spcAft>
                <a:spcPts val="600"/>
              </a:spcAft>
              <a:tabLst>
                <a:tab pos="2400300" algn="l"/>
              </a:tabLst>
            </a:pPr>
            <a:r>
              <a:rPr lang="en-US" sz="800" b="0" i="0">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PROPRIETARY AND CONFIDENTIAL </a:t>
            </a:r>
          </a:p>
          <a:p>
            <a:pPr eaLnBrk="0" hangingPunct="0">
              <a:spcAft>
                <a:spcPts val="0"/>
              </a:spcAft>
              <a:tabLst>
                <a:tab pos="2400300" algn="l"/>
              </a:tabLst>
            </a:pPr>
            <a:r>
              <a:rPr lang="en-US" sz="800" b="0" i="0">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 Industria de Turbo </a:t>
            </a:r>
            <a:r>
              <a:rPr lang="en-US" sz="800" b="0" i="0" err="1">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Propulsores</a:t>
            </a:r>
            <a:r>
              <a:rPr lang="en-US" sz="800" b="0" i="0">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 S.A.U (ITP Aero) and/or its affiliates 2025. All rights </a:t>
            </a:r>
            <a:r>
              <a:rPr lang="en-US" sz="800" b="0" i="0" err="1">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reserved.This</a:t>
            </a:r>
            <a:r>
              <a:rPr lang="en-US" sz="800" b="0" i="0">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 Presentation is provided to the recipient for informational purposes. No representations or warranties are made by ITP Aero or its direct and indirect equity holders and their respective affiliates as to the accuracy of the information contained herein and any guidance and/or </a:t>
            </a:r>
            <a:r>
              <a:rPr lang="en-US" sz="800" b="0" i="0" err="1">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projections.The</a:t>
            </a:r>
            <a:r>
              <a:rPr lang="en-US" sz="800" b="0" i="0">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 information in this document shall not be used for any purpose other than that for which it is supplied, nor disclosed without the express previous written consent of </a:t>
            </a:r>
            <a:r>
              <a:rPr lang="en-US" sz="800" b="0" i="0" err="1">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Industria</a:t>
            </a:r>
            <a:r>
              <a:rPr lang="en-US" sz="800" b="0" i="0">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 de Turbo </a:t>
            </a:r>
            <a:r>
              <a:rPr lang="en-US" sz="800" b="0" i="0" err="1">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Propulsores</a:t>
            </a:r>
            <a:r>
              <a:rPr lang="en-US" sz="800" b="0" i="0">
                <a:solidFill>
                  <a:schemeClr val="tx1"/>
                </a:solidFill>
                <a:latin typeface="Arial" panose="020B0604020202020204" pitchFamily="34" charset="0"/>
                <a:ea typeface="Arial" charset="0"/>
                <a:cs typeface="Arial" panose="020B0604020202020204" pitchFamily="34" charset="0"/>
                <a:sym typeface="Century Gothic" panose="020B0502020202020204" pitchFamily="34" charset="0"/>
              </a:rPr>
              <a:t> S.A.U. and/or its affiliates.</a:t>
            </a:r>
          </a:p>
        </p:txBody>
      </p:sp>
    </p:spTree>
    <p:extLst>
      <p:ext uri="{BB962C8B-B14F-4D97-AF65-F5344CB8AC3E}">
        <p14:creationId xmlns:p14="http://schemas.microsoft.com/office/powerpoint/2010/main" val="22650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Backcover Blue">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A460A5D1-D07E-73DA-E4AE-41ECF6089888}"/>
              </a:ext>
            </a:extLst>
          </p:cNvPr>
          <p:cNvSpPr>
            <a:spLocks noGrp="1"/>
          </p:cNvSpPr>
          <p:nvPr>
            <p:ph type="title" hasCustomPrompt="1"/>
          </p:nvPr>
        </p:nvSpPr>
        <p:spPr>
          <a:xfrm>
            <a:off x="535611" y="2921282"/>
            <a:ext cx="3301907" cy="999565"/>
          </a:xfrm>
          <a:prstGeom prst="rect">
            <a:avLst/>
          </a:prstGeom>
        </p:spPr>
        <p:txBody>
          <a:bodyPr anchor="ctr"/>
          <a:lstStyle>
            <a:lvl1pPr>
              <a:defRPr sz="3600" b="1" i="0">
                <a:solidFill>
                  <a:schemeClr val="bg1"/>
                </a:solidFill>
                <a:latin typeface="Arial Narrow" panose="020B0604020202020204" pitchFamily="34" charset="0"/>
              </a:defRPr>
            </a:lvl1pPr>
          </a:lstStyle>
          <a:p>
            <a:r>
              <a:rPr lang="es-ES"/>
              <a:t>THANK YOU</a:t>
            </a:r>
          </a:p>
        </p:txBody>
      </p:sp>
      <p:pic>
        <p:nvPicPr>
          <p:cNvPr id="10" name="Imagen 9">
            <a:extLst>
              <a:ext uri="{FF2B5EF4-FFF2-40B4-BE49-F238E27FC236}">
                <a16:creationId xmlns:a16="http://schemas.microsoft.com/office/drawing/2014/main" id="{98A6A820-9578-2A70-F108-49ED09A378D6}"/>
              </a:ext>
            </a:extLst>
          </p:cNvPr>
          <p:cNvPicPr/>
          <p:nvPr userDrawn="1"/>
        </p:nvPicPr>
        <p:blipFill>
          <a:blip r:embed="rId2"/>
          <a:stretch>
            <a:fillRect/>
          </a:stretch>
        </p:blipFill>
        <p:spPr>
          <a:xfrm>
            <a:off x="8600170" y="2824420"/>
            <a:ext cx="2738392" cy="1209160"/>
          </a:xfrm>
          <a:prstGeom prst="rect">
            <a:avLst/>
          </a:prstGeom>
        </p:spPr>
      </p:pic>
    </p:spTree>
    <p:extLst>
      <p:ext uri="{BB962C8B-B14F-4D97-AF65-F5344CB8AC3E}">
        <p14:creationId xmlns:p14="http://schemas.microsoft.com/office/powerpoint/2010/main" val="739399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Backcover White">
    <p:bg>
      <p:bgPr>
        <a:solidFill>
          <a:schemeClr val="bg1"/>
        </a:solidFill>
        <a:effectLst/>
      </p:bgPr>
    </p:bg>
    <p:spTree>
      <p:nvGrpSpPr>
        <p:cNvPr id="1" name=""/>
        <p:cNvGrpSpPr/>
        <p:nvPr/>
      </p:nvGrpSpPr>
      <p:grpSpPr>
        <a:xfrm>
          <a:off x="0" y="0"/>
          <a:ext cx="0" cy="0"/>
          <a:chOff x="0" y="0"/>
          <a:chExt cx="0" cy="0"/>
        </a:xfrm>
      </p:grpSpPr>
      <p:pic>
        <p:nvPicPr>
          <p:cNvPr id="3" name="Imagen 2" descr="Logotipo&#10;&#10;Descripción generada automáticamente">
            <a:extLst>
              <a:ext uri="{FF2B5EF4-FFF2-40B4-BE49-F238E27FC236}">
                <a16:creationId xmlns:a16="http://schemas.microsoft.com/office/drawing/2014/main" id="{3679C8AB-DF1F-6A48-9FFD-BECC8752A52D}"/>
              </a:ext>
            </a:extLst>
          </p:cNvPr>
          <p:cNvPicPr>
            <a:picLocks noChangeAspect="1"/>
          </p:cNvPicPr>
          <p:nvPr userDrawn="1"/>
        </p:nvPicPr>
        <p:blipFill>
          <a:blip r:embed="rId2"/>
          <a:stretch>
            <a:fillRect/>
          </a:stretch>
        </p:blipFill>
        <p:spPr>
          <a:xfrm>
            <a:off x="8032377" y="2258067"/>
            <a:ext cx="3872751" cy="2341865"/>
          </a:xfrm>
          <a:prstGeom prst="rect">
            <a:avLst/>
          </a:prstGeom>
        </p:spPr>
      </p:pic>
      <p:sp>
        <p:nvSpPr>
          <p:cNvPr id="8" name="Título 1">
            <a:extLst>
              <a:ext uri="{FF2B5EF4-FFF2-40B4-BE49-F238E27FC236}">
                <a16:creationId xmlns:a16="http://schemas.microsoft.com/office/drawing/2014/main" id="{A460A5D1-D07E-73DA-E4AE-41ECF6089888}"/>
              </a:ext>
            </a:extLst>
          </p:cNvPr>
          <p:cNvSpPr>
            <a:spLocks noGrp="1"/>
          </p:cNvSpPr>
          <p:nvPr>
            <p:ph type="title" hasCustomPrompt="1"/>
          </p:nvPr>
        </p:nvSpPr>
        <p:spPr>
          <a:xfrm>
            <a:off x="535611" y="2921282"/>
            <a:ext cx="3301907" cy="999565"/>
          </a:xfrm>
          <a:prstGeom prst="rect">
            <a:avLst/>
          </a:prstGeom>
        </p:spPr>
        <p:txBody>
          <a:bodyPr anchor="ctr"/>
          <a:lstStyle>
            <a:lvl1pPr>
              <a:defRPr sz="3600" b="1" i="0">
                <a:solidFill>
                  <a:srgbClr val="0042ED"/>
                </a:solidFill>
                <a:latin typeface="Arial Narrow" panose="020B0604020202020204" pitchFamily="34" charset="0"/>
              </a:defRPr>
            </a:lvl1pPr>
          </a:lstStyle>
          <a:p>
            <a:r>
              <a:rPr lang="es-ES"/>
              <a:t>THANK YOU</a:t>
            </a:r>
          </a:p>
        </p:txBody>
      </p:sp>
    </p:spTree>
    <p:extLst>
      <p:ext uri="{BB962C8B-B14F-4D97-AF65-F5344CB8AC3E}">
        <p14:creationId xmlns:p14="http://schemas.microsoft.com/office/powerpoint/2010/main" val="331529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Backcover blue 1">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98A6A820-9578-2A70-F108-49ED09A378D6}"/>
              </a:ext>
            </a:extLst>
          </p:cNvPr>
          <p:cNvPicPr/>
          <p:nvPr userDrawn="1"/>
        </p:nvPicPr>
        <p:blipFill>
          <a:blip r:embed="rId2"/>
          <a:stretch>
            <a:fillRect/>
          </a:stretch>
        </p:blipFill>
        <p:spPr>
          <a:xfrm>
            <a:off x="4416350" y="2687336"/>
            <a:ext cx="3359300" cy="1483327"/>
          </a:xfrm>
          <a:prstGeom prst="rect">
            <a:avLst/>
          </a:prstGeom>
        </p:spPr>
      </p:pic>
    </p:spTree>
    <p:extLst>
      <p:ext uri="{BB962C8B-B14F-4D97-AF65-F5344CB8AC3E}">
        <p14:creationId xmlns:p14="http://schemas.microsoft.com/office/powerpoint/2010/main" val="1485642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Backover white 1">
    <p:bg>
      <p:bgPr>
        <a:solidFill>
          <a:schemeClr val="bg1"/>
        </a:solidFill>
        <a:effectLst/>
      </p:bgPr>
    </p:bg>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98A6A820-9578-2A70-F108-49ED09A378D6}"/>
              </a:ext>
            </a:extLst>
          </p:cNvPr>
          <p:cNvPicPr/>
          <p:nvPr userDrawn="1"/>
        </p:nvPicPr>
        <p:blipFill>
          <a:blip r:embed="rId2"/>
          <a:stretch>
            <a:fillRect/>
          </a:stretch>
        </p:blipFill>
        <p:spPr>
          <a:xfrm>
            <a:off x="4416350" y="2687336"/>
            <a:ext cx="3359300" cy="1483327"/>
          </a:xfrm>
          <a:prstGeom prst="rect">
            <a:avLst/>
          </a:prstGeom>
        </p:spPr>
      </p:pic>
      <p:pic>
        <p:nvPicPr>
          <p:cNvPr id="2" name="Imagen 1" descr="Logotipo&#10;&#10;Descripción generada automáticamente">
            <a:extLst>
              <a:ext uri="{FF2B5EF4-FFF2-40B4-BE49-F238E27FC236}">
                <a16:creationId xmlns:a16="http://schemas.microsoft.com/office/drawing/2014/main" id="{6B46F314-30DD-929D-8806-7DBCD1FF1206}"/>
              </a:ext>
            </a:extLst>
          </p:cNvPr>
          <p:cNvPicPr>
            <a:picLocks noChangeAspect="1"/>
          </p:cNvPicPr>
          <p:nvPr userDrawn="1"/>
        </p:nvPicPr>
        <p:blipFill>
          <a:blip r:embed="rId3"/>
          <a:stretch>
            <a:fillRect/>
          </a:stretch>
        </p:blipFill>
        <p:spPr>
          <a:xfrm>
            <a:off x="3690250" y="1963065"/>
            <a:ext cx="4848443" cy="2931869"/>
          </a:xfrm>
          <a:prstGeom prst="rect">
            <a:avLst/>
          </a:prstGeom>
        </p:spPr>
      </p:pic>
    </p:spTree>
    <p:extLst>
      <p:ext uri="{BB962C8B-B14F-4D97-AF65-F5344CB8AC3E}">
        <p14:creationId xmlns:p14="http://schemas.microsoft.com/office/powerpoint/2010/main" val="3977876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_Agenda mosaic">
    <p:spTree>
      <p:nvGrpSpPr>
        <p:cNvPr id="1" name=""/>
        <p:cNvGrpSpPr/>
        <p:nvPr/>
      </p:nvGrpSpPr>
      <p:grpSpPr>
        <a:xfrm>
          <a:off x="0" y="0"/>
          <a:ext cx="0" cy="0"/>
          <a:chOff x="0" y="0"/>
          <a:chExt cx="0" cy="0"/>
        </a:xfrm>
      </p:grpSpPr>
      <p:sp>
        <p:nvSpPr>
          <p:cNvPr id="38" name="Marcador de texto 37">
            <a:extLst>
              <a:ext uri="{FF2B5EF4-FFF2-40B4-BE49-F238E27FC236}">
                <a16:creationId xmlns:a16="http://schemas.microsoft.com/office/drawing/2014/main" id="{BD8DED17-2F90-D6D2-137F-667B527491DC}"/>
              </a:ext>
            </a:extLst>
          </p:cNvPr>
          <p:cNvSpPr>
            <a:spLocks noGrp="1"/>
          </p:cNvSpPr>
          <p:nvPr>
            <p:ph type="body" sz="quarter" idx="13" hasCustomPrompt="1"/>
          </p:nvPr>
        </p:nvSpPr>
        <p:spPr>
          <a:xfrm>
            <a:off x="2871788" y="1485900"/>
            <a:ext cx="776249" cy="501650"/>
          </a:xfrm>
          <a:prstGeom prst="rect">
            <a:avLst/>
          </a:prstGeom>
        </p:spPr>
        <p:txBody>
          <a:bodyPr/>
          <a:lstStyle>
            <a:lvl1pPr marL="0" indent="0">
              <a:buNone/>
              <a:defRPr sz="3600" b="1" i="0">
                <a:solidFill>
                  <a:srgbClr val="0042ED"/>
                </a:solidFill>
                <a:latin typeface="Arial Narrow" panose="020B0604020202020204" pitchFamily="34" charset="0"/>
              </a:defRPr>
            </a:lvl1pPr>
          </a:lstStyle>
          <a:p>
            <a:pPr lvl="0"/>
            <a:r>
              <a:rPr lang="es-ES"/>
              <a:t>01</a:t>
            </a:r>
          </a:p>
        </p:txBody>
      </p:sp>
      <p:sp>
        <p:nvSpPr>
          <p:cNvPr id="42" name="Marcador de texto 37">
            <a:extLst>
              <a:ext uri="{FF2B5EF4-FFF2-40B4-BE49-F238E27FC236}">
                <a16:creationId xmlns:a16="http://schemas.microsoft.com/office/drawing/2014/main" id="{AFCE4002-C8DE-4102-7888-368EE827430E}"/>
              </a:ext>
            </a:extLst>
          </p:cNvPr>
          <p:cNvSpPr>
            <a:spLocks noGrp="1"/>
          </p:cNvSpPr>
          <p:nvPr>
            <p:ph type="body" sz="quarter" idx="14" hasCustomPrompt="1"/>
          </p:nvPr>
        </p:nvSpPr>
        <p:spPr>
          <a:xfrm>
            <a:off x="5733830" y="1485900"/>
            <a:ext cx="768683" cy="501650"/>
          </a:xfrm>
          <a:prstGeom prst="rect">
            <a:avLst/>
          </a:prstGeom>
        </p:spPr>
        <p:txBody>
          <a:bodyPr/>
          <a:lstStyle>
            <a:lvl1pPr marL="0" indent="0">
              <a:buNone/>
              <a:defRPr sz="3600" b="1" i="0">
                <a:solidFill>
                  <a:srgbClr val="0042ED"/>
                </a:solidFill>
                <a:latin typeface="Arial Narrow" panose="020B0604020202020204" pitchFamily="34" charset="0"/>
              </a:defRPr>
            </a:lvl1pPr>
          </a:lstStyle>
          <a:p>
            <a:pPr lvl="0"/>
            <a:r>
              <a:rPr lang="es-ES"/>
              <a:t>02</a:t>
            </a:r>
          </a:p>
        </p:txBody>
      </p:sp>
      <p:sp>
        <p:nvSpPr>
          <p:cNvPr id="43" name="Marcador de texto 37">
            <a:extLst>
              <a:ext uri="{FF2B5EF4-FFF2-40B4-BE49-F238E27FC236}">
                <a16:creationId xmlns:a16="http://schemas.microsoft.com/office/drawing/2014/main" id="{F93694D9-903F-FDD0-91C7-9517DCE367A7}"/>
              </a:ext>
            </a:extLst>
          </p:cNvPr>
          <p:cNvSpPr>
            <a:spLocks noGrp="1"/>
          </p:cNvSpPr>
          <p:nvPr>
            <p:ph type="body" sz="quarter" idx="15" hasCustomPrompt="1"/>
          </p:nvPr>
        </p:nvSpPr>
        <p:spPr>
          <a:xfrm>
            <a:off x="8561555" y="1485900"/>
            <a:ext cx="733962" cy="501650"/>
          </a:xfrm>
          <a:prstGeom prst="rect">
            <a:avLst/>
          </a:prstGeom>
        </p:spPr>
        <p:txBody>
          <a:bodyPr/>
          <a:lstStyle>
            <a:lvl1pPr marL="0" indent="0">
              <a:buNone/>
              <a:defRPr sz="3600" b="1" i="0">
                <a:solidFill>
                  <a:srgbClr val="0042ED"/>
                </a:solidFill>
                <a:latin typeface="Arial Narrow" panose="020B0604020202020204" pitchFamily="34" charset="0"/>
              </a:defRPr>
            </a:lvl1pPr>
          </a:lstStyle>
          <a:p>
            <a:pPr lvl="0"/>
            <a:r>
              <a:rPr lang="es-ES"/>
              <a:t>03</a:t>
            </a:r>
          </a:p>
        </p:txBody>
      </p:sp>
      <p:sp>
        <p:nvSpPr>
          <p:cNvPr id="47" name="Marcador de texto 37">
            <a:extLst>
              <a:ext uri="{FF2B5EF4-FFF2-40B4-BE49-F238E27FC236}">
                <a16:creationId xmlns:a16="http://schemas.microsoft.com/office/drawing/2014/main" id="{2364A2C0-B69A-5874-0B35-8AC0BB5902B0}"/>
              </a:ext>
            </a:extLst>
          </p:cNvPr>
          <p:cNvSpPr>
            <a:spLocks noGrp="1"/>
          </p:cNvSpPr>
          <p:nvPr>
            <p:ph type="body" sz="quarter" idx="19" hasCustomPrompt="1"/>
          </p:nvPr>
        </p:nvSpPr>
        <p:spPr>
          <a:xfrm>
            <a:off x="2871788" y="2000730"/>
            <a:ext cx="2530088" cy="501650"/>
          </a:xfrm>
          <a:prstGeom prst="rect">
            <a:avLst/>
          </a:prstGeom>
        </p:spPr>
        <p:txBody>
          <a:bodyPr/>
          <a:lstStyle>
            <a:lvl1pPr marL="0" indent="0">
              <a:buNone/>
              <a:defRPr sz="2800" b="1" i="0">
                <a:solidFill>
                  <a:schemeClr val="tx1"/>
                </a:solidFill>
                <a:latin typeface="Arial Narrow" panose="020B0604020202020204" pitchFamily="34" charset="0"/>
              </a:defRPr>
            </a:lvl1pPr>
          </a:lstStyle>
          <a:p>
            <a:pPr lvl="0"/>
            <a:r>
              <a:rPr lang="es-ES"/>
              <a:t>TOPIC</a:t>
            </a:r>
          </a:p>
        </p:txBody>
      </p:sp>
      <p:sp>
        <p:nvSpPr>
          <p:cNvPr id="51" name="Marcador de texto 37">
            <a:extLst>
              <a:ext uri="{FF2B5EF4-FFF2-40B4-BE49-F238E27FC236}">
                <a16:creationId xmlns:a16="http://schemas.microsoft.com/office/drawing/2014/main" id="{802F8A31-99D0-0871-F95B-45F05AFC2E50}"/>
              </a:ext>
            </a:extLst>
          </p:cNvPr>
          <p:cNvSpPr>
            <a:spLocks noGrp="1"/>
          </p:cNvSpPr>
          <p:nvPr>
            <p:ph type="body" sz="quarter" idx="22" hasCustomPrompt="1"/>
          </p:nvPr>
        </p:nvSpPr>
        <p:spPr>
          <a:xfrm>
            <a:off x="2871788" y="2584716"/>
            <a:ext cx="2530088" cy="683880"/>
          </a:xfrm>
          <a:prstGeom prst="rect">
            <a:avLst/>
          </a:prstGeom>
        </p:spPr>
        <p:txBody>
          <a:bodyPr/>
          <a:lstStyle>
            <a:lvl1pPr marL="285750" indent="-285750">
              <a:lnSpc>
                <a:spcPts val="1280"/>
              </a:lnSpc>
              <a:buFont typeface="Arial" panose="020B0604020202020204" pitchFamily="34" charset="0"/>
              <a:buChar char="•"/>
              <a:defRPr sz="1400" b="0" i="0">
                <a:solidFill>
                  <a:schemeClr val="tx1"/>
                </a:solidFill>
                <a:latin typeface="Arial" panose="020B0604020202020204" pitchFamily="34" charset="0"/>
                <a:cs typeface="Arial" panose="020B0604020202020204" pitchFamily="34" charset="0"/>
              </a:defRPr>
            </a:lvl1pPr>
          </a:lstStyle>
          <a:p>
            <a:pPr lvl="0"/>
            <a:r>
              <a:rPr lang="es-ES" err="1"/>
              <a:t>Description</a:t>
            </a:r>
            <a:endParaRPr lang="es-ES"/>
          </a:p>
          <a:p>
            <a:pPr lvl="0"/>
            <a:r>
              <a:rPr lang="es-ES" err="1"/>
              <a:t>Description</a:t>
            </a:r>
            <a:endParaRPr lang="es-ES"/>
          </a:p>
        </p:txBody>
      </p:sp>
      <p:sp>
        <p:nvSpPr>
          <p:cNvPr id="25"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a:xfrm>
            <a:off x="8605477" y="6356350"/>
            <a:ext cx="2205958" cy="365125"/>
          </a:xfrm>
        </p:spPr>
        <p:txBody>
          <a:bodyPr/>
          <a:lstStyle/>
          <a:p>
            <a:r>
              <a:rPr lang="es-ES" err="1"/>
              <a:t>Proprietary</a:t>
            </a:r>
            <a:r>
              <a:rPr lang="es-ES"/>
              <a:t> </a:t>
            </a:r>
            <a:r>
              <a:rPr lang="es-ES" err="1"/>
              <a:t>Information</a:t>
            </a:r>
            <a:r>
              <a:rPr lang="es-ES"/>
              <a:t> - </a:t>
            </a:r>
            <a:r>
              <a:rPr lang="es-ES" err="1"/>
              <a:t>Confidential</a:t>
            </a:r>
            <a:endParaRPr lang="es-ES"/>
          </a:p>
        </p:txBody>
      </p:sp>
      <p:sp>
        <p:nvSpPr>
          <p:cNvPr id="26"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a:xfrm>
            <a:off x="10834487" y="6356350"/>
            <a:ext cx="980356" cy="365125"/>
          </a:xfrm>
        </p:spPr>
        <p:txBody>
          <a:bodyPr/>
          <a:lstStyle/>
          <a:p>
            <a:fld id="{FF2CED2D-DE01-CB40-AEF5-C9DD7CD06225}" type="slidenum">
              <a:rPr lang="es-ES" smtClean="0"/>
              <a:t>‹Nº›</a:t>
            </a:fld>
            <a:endParaRPr lang="es-ES"/>
          </a:p>
        </p:txBody>
      </p:sp>
      <p:sp>
        <p:nvSpPr>
          <p:cNvPr id="24" name="Marcador de texto 37">
            <a:extLst>
              <a:ext uri="{FF2B5EF4-FFF2-40B4-BE49-F238E27FC236}">
                <a16:creationId xmlns:a16="http://schemas.microsoft.com/office/drawing/2014/main" id="{2364A2C0-B69A-5874-0B35-8AC0BB5902B0}"/>
              </a:ext>
            </a:extLst>
          </p:cNvPr>
          <p:cNvSpPr>
            <a:spLocks noGrp="1"/>
          </p:cNvSpPr>
          <p:nvPr>
            <p:ph type="body" sz="quarter" idx="31" hasCustomPrompt="1"/>
          </p:nvPr>
        </p:nvSpPr>
        <p:spPr>
          <a:xfrm>
            <a:off x="5735824" y="2007165"/>
            <a:ext cx="2530088" cy="501650"/>
          </a:xfrm>
          <a:prstGeom prst="rect">
            <a:avLst/>
          </a:prstGeom>
        </p:spPr>
        <p:txBody>
          <a:bodyPr/>
          <a:lstStyle>
            <a:lvl1pPr marL="0" indent="0">
              <a:buNone/>
              <a:defRPr sz="2800" b="1" i="0">
                <a:solidFill>
                  <a:schemeClr val="tx1"/>
                </a:solidFill>
                <a:latin typeface="Arial Narrow" panose="020B0604020202020204" pitchFamily="34" charset="0"/>
              </a:defRPr>
            </a:lvl1pPr>
          </a:lstStyle>
          <a:p>
            <a:pPr lvl="0"/>
            <a:r>
              <a:rPr lang="es-ES"/>
              <a:t>TOPIC</a:t>
            </a:r>
          </a:p>
        </p:txBody>
      </p:sp>
      <p:sp>
        <p:nvSpPr>
          <p:cNvPr id="27" name="Marcador de texto 37">
            <a:extLst>
              <a:ext uri="{FF2B5EF4-FFF2-40B4-BE49-F238E27FC236}">
                <a16:creationId xmlns:a16="http://schemas.microsoft.com/office/drawing/2014/main" id="{2364A2C0-B69A-5874-0B35-8AC0BB5902B0}"/>
              </a:ext>
            </a:extLst>
          </p:cNvPr>
          <p:cNvSpPr>
            <a:spLocks noGrp="1"/>
          </p:cNvSpPr>
          <p:nvPr>
            <p:ph type="body" sz="quarter" idx="32" hasCustomPrompt="1"/>
          </p:nvPr>
        </p:nvSpPr>
        <p:spPr>
          <a:xfrm>
            <a:off x="8561441" y="2007165"/>
            <a:ext cx="2530088" cy="501650"/>
          </a:xfrm>
          <a:prstGeom prst="rect">
            <a:avLst/>
          </a:prstGeom>
        </p:spPr>
        <p:txBody>
          <a:bodyPr/>
          <a:lstStyle>
            <a:lvl1pPr marL="0" indent="0">
              <a:buNone/>
              <a:defRPr sz="2800" b="1" i="0">
                <a:solidFill>
                  <a:schemeClr val="tx1"/>
                </a:solidFill>
                <a:latin typeface="Arial Narrow" panose="020B0604020202020204" pitchFamily="34" charset="0"/>
              </a:defRPr>
            </a:lvl1pPr>
          </a:lstStyle>
          <a:p>
            <a:pPr lvl="0"/>
            <a:r>
              <a:rPr lang="es-ES"/>
              <a:t>TOPIC</a:t>
            </a:r>
          </a:p>
        </p:txBody>
      </p:sp>
      <p:sp>
        <p:nvSpPr>
          <p:cNvPr id="28" name="Marcador de texto 37">
            <a:extLst>
              <a:ext uri="{FF2B5EF4-FFF2-40B4-BE49-F238E27FC236}">
                <a16:creationId xmlns:a16="http://schemas.microsoft.com/office/drawing/2014/main" id="{2364A2C0-B69A-5874-0B35-8AC0BB5902B0}"/>
              </a:ext>
            </a:extLst>
          </p:cNvPr>
          <p:cNvSpPr>
            <a:spLocks noGrp="1"/>
          </p:cNvSpPr>
          <p:nvPr>
            <p:ph type="body" sz="quarter" idx="33" hasCustomPrompt="1"/>
          </p:nvPr>
        </p:nvSpPr>
        <p:spPr>
          <a:xfrm>
            <a:off x="2871788" y="4296228"/>
            <a:ext cx="2530088" cy="501650"/>
          </a:xfrm>
          <a:prstGeom prst="rect">
            <a:avLst/>
          </a:prstGeom>
        </p:spPr>
        <p:txBody>
          <a:bodyPr/>
          <a:lstStyle>
            <a:lvl1pPr marL="0" indent="0">
              <a:buNone/>
              <a:defRPr sz="2800" b="1" i="0">
                <a:solidFill>
                  <a:schemeClr val="tx1"/>
                </a:solidFill>
                <a:latin typeface="Arial Narrow" panose="020B0604020202020204" pitchFamily="34" charset="0"/>
              </a:defRPr>
            </a:lvl1pPr>
          </a:lstStyle>
          <a:p>
            <a:pPr lvl="0"/>
            <a:r>
              <a:rPr lang="es-ES"/>
              <a:t>TOPIC</a:t>
            </a:r>
          </a:p>
        </p:txBody>
      </p:sp>
      <p:sp>
        <p:nvSpPr>
          <p:cNvPr id="29" name="Marcador de texto 37">
            <a:extLst>
              <a:ext uri="{FF2B5EF4-FFF2-40B4-BE49-F238E27FC236}">
                <a16:creationId xmlns:a16="http://schemas.microsoft.com/office/drawing/2014/main" id="{2364A2C0-B69A-5874-0B35-8AC0BB5902B0}"/>
              </a:ext>
            </a:extLst>
          </p:cNvPr>
          <p:cNvSpPr>
            <a:spLocks noGrp="1"/>
          </p:cNvSpPr>
          <p:nvPr>
            <p:ph type="body" sz="quarter" idx="34" hasCustomPrompt="1"/>
          </p:nvPr>
        </p:nvSpPr>
        <p:spPr>
          <a:xfrm>
            <a:off x="5735824" y="4303713"/>
            <a:ext cx="2530088" cy="501650"/>
          </a:xfrm>
          <a:prstGeom prst="rect">
            <a:avLst/>
          </a:prstGeom>
        </p:spPr>
        <p:txBody>
          <a:bodyPr/>
          <a:lstStyle>
            <a:lvl1pPr marL="0" indent="0">
              <a:buNone/>
              <a:defRPr sz="2800" b="1" i="0">
                <a:solidFill>
                  <a:schemeClr val="tx1"/>
                </a:solidFill>
                <a:latin typeface="Arial Narrow" panose="020B0604020202020204" pitchFamily="34" charset="0"/>
              </a:defRPr>
            </a:lvl1pPr>
          </a:lstStyle>
          <a:p>
            <a:pPr lvl="0"/>
            <a:r>
              <a:rPr lang="es-ES"/>
              <a:t>TOPIC</a:t>
            </a:r>
          </a:p>
        </p:txBody>
      </p:sp>
      <p:sp>
        <p:nvSpPr>
          <p:cNvPr id="30" name="Marcador de texto 37">
            <a:extLst>
              <a:ext uri="{FF2B5EF4-FFF2-40B4-BE49-F238E27FC236}">
                <a16:creationId xmlns:a16="http://schemas.microsoft.com/office/drawing/2014/main" id="{2364A2C0-B69A-5874-0B35-8AC0BB5902B0}"/>
              </a:ext>
            </a:extLst>
          </p:cNvPr>
          <p:cNvSpPr>
            <a:spLocks noGrp="1"/>
          </p:cNvSpPr>
          <p:nvPr>
            <p:ph type="body" sz="quarter" idx="35" hasCustomPrompt="1"/>
          </p:nvPr>
        </p:nvSpPr>
        <p:spPr>
          <a:xfrm>
            <a:off x="8561441" y="4296228"/>
            <a:ext cx="2530088" cy="501650"/>
          </a:xfrm>
          <a:prstGeom prst="rect">
            <a:avLst/>
          </a:prstGeom>
        </p:spPr>
        <p:txBody>
          <a:bodyPr/>
          <a:lstStyle>
            <a:lvl1pPr marL="0" indent="0">
              <a:buNone/>
              <a:defRPr sz="2800" b="1" i="0">
                <a:solidFill>
                  <a:schemeClr val="tx1"/>
                </a:solidFill>
                <a:latin typeface="Arial Narrow" panose="020B0604020202020204" pitchFamily="34" charset="0"/>
              </a:defRPr>
            </a:lvl1pPr>
          </a:lstStyle>
          <a:p>
            <a:pPr lvl="0"/>
            <a:r>
              <a:rPr lang="es-ES"/>
              <a:t>TOPIC</a:t>
            </a:r>
          </a:p>
        </p:txBody>
      </p:sp>
      <p:sp>
        <p:nvSpPr>
          <p:cNvPr id="32" name="Marcador de texto 37">
            <a:extLst>
              <a:ext uri="{FF2B5EF4-FFF2-40B4-BE49-F238E27FC236}">
                <a16:creationId xmlns:a16="http://schemas.microsoft.com/office/drawing/2014/main" id="{802F8A31-99D0-0871-F95B-45F05AFC2E50}"/>
              </a:ext>
            </a:extLst>
          </p:cNvPr>
          <p:cNvSpPr>
            <a:spLocks noGrp="1"/>
          </p:cNvSpPr>
          <p:nvPr>
            <p:ph type="body" sz="quarter" idx="36" hasCustomPrompt="1"/>
          </p:nvPr>
        </p:nvSpPr>
        <p:spPr>
          <a:xfrm>
            <a:off x="5735824" y="2585191"/>
            <a:ext cx="2530088" cy="683880"/>
          </a:xfrm>
          <a:prstGeom prst="rect">
            <a:avLst/>
          </a:prstGeom>
        </p:spPr>
        <p:txBody>
          <a:bodyPr/>
          <a:lstStyle>
            <a:lvl1pPr marL="285750" indent="-285750">
              <a:lnSpc>
                <a:spcPts val="1280"/>
              </a:lnSpc>
              <a:buFont typeface="Arial" panose="020B0604020202020204" pitchFamily="34" charset="0"/>
              <a:buChar char="•"/>
              <a:defRPr sz="1400" b="0" i="0">
                <a:solidFill>
                  <a:schemeClr val="tx1"/>
                </a:solidFill>
                <a:latin typeface="Arial" panose="020B0604020202020204" pitchFamily="34" charset="0"/>
                <a:cs typeface="Arial" panose="020B0604020202020204" pitchFamily="34" charset="0"/>
              </a:defRPr>
            </a:lvl1pPr>
          </a:lstStyle>
          <a:p>
            <a:pPr lvl="0"/>
            <a:r>
              <a:rPr lang="es-ES" err="1"/>
              <a:t>Description</a:t>
            </a:r>
            <a:endParaRPr lang="es-ES"/>
          </a:p>
          <a:p>
            <a:pPr lvl="0"/>
            <a:r>
              <a:rPr lang="es-ES" err="1"/>
              <a:t>Description</a:t>
            </a:r>
            <a:endParaRPr lang="es-ES"/>
          </a:p>
        </p:txBody>
      </p:sp>
      <p:sp>
        <p:nvSpPr>
          <p:cNvPr id="33" name="Marcador de texto 37">
            <a:extLst>
              <a:ext uri="{FF2B5EF4-FFF2-40B4-BE49-F238E27FC236}">
                <a16:creationId xmlns:a16="http://schemas.microsoft.com/office/drawing/2014/main" id="{802F8A31-99D0-0871-F95B-45F05AFC2E50}"/>
              </a:ext>
            </a:extLst>
          </p:cNvPr>
          <p:cNvSpPr>
            <a:spLocks noGrp="1"/>
          </p:cNvSpPr>
          <p:nvPr>
            <p:ph type="body" sz="quarter" idx="37" hasCustomPrompt="1"/>
          </p:nvPr>
        </p:nvSpPr>
        <p:spPr>
          <a:xfrm>
            <a:off x="8561441" y="2576992"/>
            <a:ext cx="2530088" cy="683880"/>
          </a:xfrm>
          <a:prstGeom prst="rect">
            <a:avLst/>
          </a:prstGeom>
        </p:spPr>
        <p:txBody>
          <a:bodyPr/>
          <a:lstStyle>
            <a:lvl1pPr marL="285750" indent="-285750">
              <a:lnSpc>
                <a:spcPts val="1280"/>
              </a:lnSpc>
              <a:buFont typeface="Arial" panose="020B0604020202020204" pitchFamily="34" charset="0"/>
              <a:buChar char="•"/>
              <a:defRPr sz="1400" b="0" i="0">
                <a:solidFill>
                  <a:schemeClr val="tx1"/>
                </a:solidFill>
                <a:latin typeface="Arial" panose="020B0604020202020204" pitchFamily="34" charset="0"/>
                <a:cs typeface="Arial" panose="020B0604020202020204" pitchFamily="34" charset="0"/>
              </a:defRPr>
            </a:lvl1pPr>
          </a:lstStyle>
          <a:p>
            <a:pPr lvl="0"/>
            <a:r>
              <a:rPr lang="es-ES" err="1"/>
              <a:t>Description</a:t>
            </a:r>
            <a:endParaRPr lang="es-ES"/>
          </a:p>
          <a:p>
            <a:pPr lvl="0"/>
            <a:r>
              <a:rPr lang="es-ES" err="1"/>
              <a:t>Description</a:t>
            </a:r>
            <a:endParaRPr lang="es-ES"/>
          </a:p>
        </p:txBody>
      </p:sp>
      <p:sp>
        <p:nvSpPr>
          <p:cNvPr id="34" name="Marcador de texto 37">
            <a:extLst>
              <a:ext uri="{FF2B5EF4-FFF2-40B4-BE49-F238E27FC236}">
                <a16:creationId xmlns:a16="http://schemas.microsoft.com/office/drawing/2014/main" id="{802F8A31-99D0-0871-F95B-45F05AFC2E50}"/>
              </a:ext>
            </a:extLst>
          </p:cNvPr>
          <p:cNvSpPr>
            <a:spLocks noGrp="1"/>
          </p:cNvSpPr>
          <p:nvPr>
            <p:ph type="body" sz="quarter" idx="38" hasCustomPrompt="1"/>
          </p:nvPr>
        </p:nvSpPr>
        <p:spPr>
          <a:xfrm>
            <a:off x="2871788" y="4872575"/>
            <a:ext cx="2530088" cy="683880"/>
          </a:xfrm>
          <a:prstGeom prst="rect">
            <a:avLst/>
          </a:prstGeom>
        </p:spPr>
        <p:txBody>
          <a:bodyPr/>
          <a:lstStyle>
            <a:lvl1pPr marL="285750" indent="-285750">
              <a:lnSpc>
                <a:spcPts val="1280"/>
              </a:lnSpc>
              <a:buFont typeface="Arial" panose="020B0604020202020204" pitchFamily="34" charset="0"/>
              <a:buChar char="•"/>
              <a:defRPr sz="1400" b="0" i="0">
                <a:solidFill>
                  <a:schemeClr val="tx1"/>
                </a:solidFill>
                <a:latin typeface="Arial" panose="020B0604020202020204" pitchFamily="34" charset="0"/>
                <a:cs typeface="Arial" panose="020B0604020202020204" pitchFamily="34" charset="0"/>
              </a:defRPr>
            </a:lvl1pPr>
          </a:lstStyle>
          <a:p>
            <a:pPr lvl="0"/>
            <a:r>
              <a:rPr lang="es-ES" err="1"/>
              <a:t>Description</a:t>
            </a:r>
            <a:endParaRPr lang="es-ES"/>
          </a:p>
          <a:p>
            <a:pPr lvl="0"/>
            <a:r>
              <a:rPr lang="es-ES" err="1"/>
              <a:t>Description</a:t>
            </a:r>
            <a:endParaRPr lang="es-ES"/>
          </a:p>
        </p:txBody>
      </p:sp>
      <p:sp>
        <p:nvSpPr>
          <p:cNvPr id="35" name="Marcador de texto 37">
            <a:extLst>
              <a:ext uri="{FF2B5EF4-FFF2-40B4-BE49-F238E27FC236}">
                <a16:creationId xmlns:a16="http://schemas.microsoft.com/office/drawing/2014/main" id="{802F8A31-99D0-0871-F95B-45F05AFC2E50}"/>
              </a:ext>
            </a:extLst>
          </p:cNvPr>
          <p:cNvSpPr>
            <a:spLocks noGrp="1"/>
          </p:cNvSpPr>
          <p:nvPr>
            <p:ph type="body" sz="quarter" idx="39" hasCustomPrompt="1"/>
          </p:nvPr>
        </p:nvSpPr>
        <p:spPr>
          <a:xfrm>
            <a:off x="5733830" y="4872575"/>
            <a:ext cx="2530088" cy="683880"/>
          </a:xfrm>
          <a:prstGeom prst="rect">
            <a:avLst/>
          </a:prstGeom>
        </p:spPr>
        <p:txBody>
          <a:bodyPr/>
          <a:lstStyle>
            <a:lvl1pPr marL="285750" indent="-285750">
              <a:lnSpc>
                <a:spcPts val="1280"/>
              </a:lnSpc>
              <a:buFont typeface="Arial" panose="020B0604020202020204" pitchFamily="34" charset="0"/>
              <a:buChar char="•"/>
              <a:defRPr sz="1400" b="0" i="0">
                <a:solidFill>
                  <a:schemeClr val="tx1"/>
                </a:solidFill>
                <a:latin typeface="Arial" panose="020B0604020202020204" pitchFamily="34" charset="0"/>
                <a:cs typeface="Arial" panose="020B0604020202020204" pitchFamily="34" charset="0"/>
              </a:defRPr>
            </a:lvl1pPr>
          </a:lstStyle>
          <a:p>
            <a:pPr lvl="0"/>
            <a:r>
              <a:rPr lang="es-ES" err="1"/>
              <a:t>Description</a:t>
            </a:r>
            <a:endParaRPr lang="es-ES"/>
          </a:p>
          <a:p>
            <a:pPr lvl="0"/>
            <a:r>
              <a:rPr lang="es-ES" err="1"/>
              <a:t>Description</a:t>
            </a:r>
            <a:endParaRPr lang="es-ES"/>
          </a:p>
        </p:txBody>
      </p:sp>
      <p:sp>
        <p:nvSpPr>
          <p:cNvPr id="36" name="Marcador de texto 37">
            <a:extLst>
              <a:ext uri="{FF2B5EF4-FFF2-40B4-BE49-F238E27FC236}">
                <a16:creationId xmlns:a16="http://schemas.microsoft.com/office/drawing/2014/main" id="{802F8A31-99D0-0871-F95B-45F05AFC2E50}"/>
              </a:ext>
            </a:extLst>
          </p:cNvPr>
          <p:cNvSpPr>
            <a:spLocks noGrp="1"/>
          </p:cNvSpPr>
          <p:nvPr>
            <p:ph type="body" sz="quarter" idx="40" hasCustomPrompt="1"/>
          </p:nvPr>
        </p:nvSpPr>
        <p:spPr>
          <a:xfrm>
            <a:off x="8561441" y="4872575"/>
            <a:ext cx="2530088" cy="683880"/>
          </a:xfrm>
          <a:prstGeom prst="rect">
            <a:avLst/>
          </a:prstGeom>
        </p:spPr>
        <p:txBody>
          <a:bodyPr/>
          <a:lstStyle>
            <a:lvl1pPr marL="285750" indent="-285750">
              <a:lnSpc>
                <a:spcPts val="1280"/>
              </a:lnSpc>
              <a:buFont typeface="Arial" panose="020B0604020202020204" pitchFamily="34" charset="0"/>
              <a:buChar char="•"/>
              <a:defRPr sz="1400" b="0" i="0">
                <a:solidFill>
                  <a:schemeClr val="tx1"/>
                </a:solidFill>
                <a:latin typeface="Arial" panose="020B0604020202020204" pitchFamily="34" charset="0"/>
                <a:cs typeface="Arial" panose="020B0604020202020204" pitchFamily="34" charset="0"/>
              </a:defRPr>
            </a:lvl1pPr>
          </a:lstStyle>
          <a:p>
            <a:pPr lvl="0"/>
            <a:r>
              <a:rPr lang="es-ES" err="1"/>
              <a:t>Description</a:t>
            </a:r>
            <a:endParaRPr lang="es-ES"/>
          </a:p>
          <a:p>
            <a:pPr lvl="0"/>
            <a:r>
              <a:rPr lang="es-ES" err="1"/>
              <a:t>Description</a:t>
            </a:r>
            <a:endParaRPr lang="es-ES"/>
          </a:p>
        </p:txBody>
      </p:sp>
      <p:sp>
        <p:nvSpPr>
          <p:cNvPr id="31" name="Marcador de texto 37">
            <a:extLst>
              <a:ext uri="{FF2B5EF4-FFF2-40B4-BE49-F238E27FC236}">
                <a16:creationId xmlns:a16="http://schemas.microsoft.com/office/drawing/2014/main" id="{B38C3353-7955-8A46-E3EA-C84E7D4C1303}"/>
              </a:ext>
            </a:extLst>
          </p:cNvPr>
          <p:cNvSpPr>
            <a:spLocks noGrp="1"/>
          </p:cNvSpPr>
          <p:nvPr>
            <p:ph type="body" sz="quarter" idx="4294967295" hasCustomPrompt="1"/>
          </p:nvPr>
        </p:nvSpPr>
        <p:spPr>
          <a:xfrm>
            <a:off x="2871788" y="3783426"/>
            <a:ext cx="776249" cy="501650"/>
          </a:xfrm>
          <a:prstGeom prst="rect">
            <a:avLst/>
          </a:prstGeom>
        </p:spPr>
        <p:txBody>
          <a:bodyPr/>
          <a:lstStyle>
            <a:lvl1pPr marL="0" indent="0">
              <a:buNone/>
              <a:defRPr sz="3600" b="1" i="0">
                <a:solidFill>
                  <a:srgbClr val="0042ED"/>
                </a:solidFill>
                <a:latin typeface="Arial Narrow" panose="020B0604020202020204" pitchFamily="34" charset="0"/>
              </a:defRPr>
            </a:lvl1pPr>
          </a:lstStyle>
          <a:p>
            <a:pPr lvl="0"/>
            <a:r>
              <a:rPr lang="es-ES"/>
              <a:t>04</a:t>
            </a:r>
          </a:p>
        </p:txBody>
      </p:sp>
      <p:sp>
        <p:nvSpPr>
          <p:cNvPr id="37" name="Marcador de texto 37">
            <a:extLst>
              <a:ext uri="{FF2B5EF4-FFF2-40B4-BE49-F238E27FC236}">
                <a16:creationId xmlns:a16="http://schemas.microsoft.com/office/drawing/2014/main" id="{A9F00150-531E-8A13-105A-7DB1E6338827}"/>
              </a:ext>
            </a:extLst>
          </p:cNvPr>
          <p:cNvSpPr>
            <a:spLocks noGrp="1"/>
          </p:cNvSpPr>
          <p:nvPr>
            <p:ph type="body" sz="quarter" idx="4294967295" hasCustomPrompt="1"/>
          </p:nvPr>
        </p:nvSpPr>
        <p:spPr>
          <a:xfrm>
            <a:off x="5733830" y="3783426"/>
            <a:ext cx="768683" cy="501650"/>
          </a:xfrm>
          <a:prstGeom prst="rect">
            <a:avLst/>
          </a:prstGeom>
        </p:spPr>
        <p:txBody>
          <a:bodyPr/>
          <a:lstStyle>
            <a:lvl1pPr marL="0" indent="0">
              <a:buNone/>
              <a:defRPr sz="3600" b="1" i="0">
                <a:solidFill>
                  <a:srgbClr val="0042ED"/>
                </a:solidFill>
                <a:latin typeface="Arial Narrow" panose="020B0604020202020204" pitchFamily="34" charset="0"/>
              </a:defRPr>
            </a:lvl1pPr>
          </a:lstStyle>
          <a:p>
            <a:pPr lvl="0"/>
            <a:r>
              <a:rPr lang="es-ES"/>
              <a:t>05</a:t>
            </a:r>
          </a:p>
        </p:txBody>
      </p:sp>
      <p:sp>
        <p:nvSpPr>
          <p:cNvPr id="39" name="Marcador de texto 37">
            <a:extLst>
              <a:ext uri="{FF2B5EF4-FFF2-40B4-BE49-F238E27FC236}">
                <a16:creationId xmlns:a16="http://schemas.microsoft.com/office/drawing/2014/main" id="{17F6CBE0-9CF6-2147-3B3B-751D7E4DF9BA}"/>
              </a:ext>
            </a:extLst>
          </p:cNvPr>
          <p:cNvSpPr>
            <a:spLocks noGrp="1"/>
          </p:cNvSpPr>
          <p:nvPr>
            <p:ph type="body" sz="quarter" idx="4294967295" hasCustomPrompt="1"/>
          </p:nvPr>
        </p:nvSpPr>
        <p:spPr>
          <a:xfrm>
            <a:off x="8561555" y="3783426"/>
            <a:ext cx="733962" cy="501650"/>
          </a:xfrm>
          <a:prstGeom prst="rect">
            <a:avLst/>
          </a:prstGeom>
        </p:spPr>
        <p:txBody>
          <a:bodyPr/>
          <a:lstStyle>
            <a:lvl1pPr marL="0" indent="0">
              <a:buNone/>
              <a:defRPr sz="3600" b="1" i="0">
                <a:solidFill>
                  <a:srgbClr val="0042ED"/>
                </a:solidFill>
                <a:latin typeface="Arial Narrow" panose="020B0604020202020204" pitchFamily="34" charset="0"/>
              </a:defRPr>
            </a:lvl1pPr>
          </a:lstStyle>
          <a:p>
            <a:pPr lvl="0"/>
            <a:r>
              <a:rPr lang="es-ES"/>
              <a:t>06</a:t>
            </a:r>
          </a:p>
        </p:txBody>
      </p:sp>
      <p:sp>
        <p:nvSpPr>
          <p:cNvPr id="40" name="CuadroTexto 39">
            <a:extLst>
              <a:ext uri="{FF2B5EF4-FFF2-40B4-BE49-F238E27FC236}">
                <a16:creationId xmlns:a16="http://schemas.microsoft.com/office/drawing/2014/main" id="{97E164A5-8E6E-1001-315B-F1C863DEC9BB}"/>
              </a:ext>
            </a:extLst>
          </p:cNvPr>
          <p:cNvSpPr txBox="1"/>
          <p:nvPr userDrawn="1"/>
        </p:nvSpPr>
        <p:spPr>
          <a:xfrm>
            <a:off x="543015" y="529163"/>
            <a:ext cx="1490982" cy="646331"/>
          </a:xfrm>
          <a:prstGeom prst="rect">
            <a:avLst/>
          </a:prstGeom>
          <a:noFill/>
        </p:spPr>
        <p:txBody>
          <a:bodyPr wrap="square">
            <a:spAutoFit/>
          </a:bodyPr>
          <a:lstStyle/>
          <a:p>
            <a:r>
              <a:rPr lang="es-ES" sz="3600" b="1" i="0">
                <a:solidFill>
                  <a:srgbClr val="0042ED"/>
                </a:solidFill>
                <a:latin typeface="Arial Narrow" panose="020B0604020202020204" pitchFamily="34" charset="0"/>
              </a:rPr>
              <a:t>INDEX</a:t>
            </a:r>
          </a:p>
        </p:txBody>
      </p:sp>
    </p:spTree>
    <p:extLst>
      <p:ext uri="{BB962C8B-B14F-4D97-AF65-F5344CB8AC3E}">
        <p14:creationId xmlns:p14="http://schemas.microsoft.com/office/powerpoint/2010/main" val="2209260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Agenda list">
    <p:spTree>
      <p:nvGrpSpPr>
        <p:cNvPr id="1" name=""/>
        <p:cNvGrpSpPr/>
        <p:nvPr/>
      </p:nvGrpSpPr>
      <p:grpSpPr>
        <a:xfrm>
          <a:off x="0" y="0"/>
          <a:ext cx="0" cy="0"/>
          <a:chOff x="0" y="0"/>
          <a:chExt cx="0" cy="0"/>
        </a:xfrm>
      </p:grpSpPr>
      <p:sp>
        <p:nvSpPr>
          <p:cNvPr id="47" name="Marcador de texto 37">
            <a:extLst>
              <a:ext uri="{FF2B5EF4-FFF2-40B4-BE49-F238E27FC236}">
                <a16:creationId xmlns:a16="http://schemas.microsoft.com/office/drawing/2014/main" id="{2364A2C0-B69A-5874-0B35-8AC0BB5902B0}"/>
              </a:ext>
            </a:extLst>
          </p:cNvPr>
          <p:cNvSpPr>
            <a:spLocks noGrp="1"/>
          </p:cNvSpPr>
          <p:nvPr>
            <p:ph type="body" sz="quarter" idx="19" hasCustomPrompt="1"/>
          </p:nvPr>
        </p:nvSpPr>
        <p:spPr>
          <a:xfrm>
            <a:off x="2222847" y="1619881"/>
            <a:ext cx="8651472" cy="501650"/>
          </a:xfrm>
          <a:prstGeom prst="rect">
            <a:avLst/>
          </a:prstGeom>
        </p:spPr>
        <p:txBody>
          <a:bodyPr anchor="ctr"/>
          <a:lstStyle>
            <a:lvl1pPr marL="0" indent="0">
              <a:buNone/>
              <a:defRPr sz="2000" b="1" i="0">
                <a:solidFill>
                  <a:schemeClr val="tx1"/>
                </a:solidFill>
                <a:latin typeface="Arial Narrow" panose="020B0604020202020204" pitchFamily="34" charset="0"/>
              </a:defRPr>
            </a:lvl1pPr>
          </a:lstStyle>
          <a:p>
            <a:pPr lvl="0"/>
            <a:r>
              <a:rPr lang="es-ES"/>
              <a:t>TOPIC</a:t>
            </a:r>
          </a:p>
        </p:txBody>
      </p:sp>
      <p:sp>
        <p:nvSpPr>
          <p:cNvPr id="57" name="Marcador de texto 37">
            <a:extLst>
              <a:ext uri="{FF2B5EF4-FFF2-40B4-BE49-F238E27FC236}">
                <a16:creationId xmlns:a16="http://schemas.microsoft.com/office/drawing/2014/main" id="{D5D20EC7-9366-5BFC-20D4-20FB153636C6}"/>
              </a:ext>
            </a:extLst>
          </p:cNvPr>
          <p:cNvSpPr>
            <a:spLocks noGrp="1"/>
          </p:cNvSpPr>
          <p:nvPr>
            <p:ph type="body" sz="quarter" idx="28" hasCustomPrompt="1"/>
          </p:nvPr>
        </p:nvSpPr>
        <p:spPr>
          <a:xfrm>
            <a:off x="2222847" y="2473778"/>
            <a:ext cx="8651472" cy="501650"/>
          </a:xfrm>
          <a:prstGeom prst="rect">
            <a:avLst/>
          </a:prstGeom>
        </p:spPr>
        <p:txBody>
          <a:bodyPr anchor="ctr"/>
          <a:lstStyle>
            <a:lvl1pPr marL="0" indent="0">
              <a:buNone/>
              <a:defRPr sz="2000" b="1" i="0">
                <a:solidFill>
                  <a:schemeClr val="tx1"/>
                </a:solidFill>
                <a:latin typeface="Arial Narrow" panose="020B0604020202020204" pitchFamily="34" charset="0"/>
              </a:defRPr>
            </a:lvl1pPr>
          </a:lstStyle>
          <a:p>
            <a:pPr lvl="0"/>
            <a:r>
              <a:rPr lang="es-ES"/>
              <a:t>TOPIC</a:t>
            </a:r>
          </a:p>
        </p:txBody>
      </p:sp>
      <p:sp>
        <p:nvSpPr>
          <p:cNvPr id="23" name="Marcador de texto 37">
            <a:extLst>
              <a:ext uri="{FF2B5EF4-FFF2-40B4-BE49-F238E27FC236}">
                <a16:creationId xmlns:a16="http://schemas.microsoft.com/office/drawing/2014/main" id="{D5D20EC7-9366-5BFC-20D4-20FB153636C6}"/>
              </a:ext>
            </a:extLst>
          </p:cNvPr>
          <p:cNvSpPr>
            <a:spLocks noGrp="1"/>
          </p:cNvSpPr>
          <p:nvPr>
            <p:ph type="body" sz="quarter" idx="29" hasCustomPrompt="1"/>
          </p:nvPr>
        </p:nvSpPr>
        <p:spPr>
          <a:xfrm>
            <a:off x="2222847" y="3353697"/>
            <a:ext cx="8651472" cy="501650"/>
          </a:xfrm>
          <a:prstGeom prst="rect">
            <a:avLst/>
          </a:prstGeom>
        </p:spPr>
        <p:txBody>
          <a:bodyPr anchor="ctr"/>
          <a:lstStyle>
            <a:lvl1pPr marL="0" indent="0">
              <a:buNone/>
              <a:defRPr sz="2000" b="1" i="0">
                <a:solidFill>
                  <a:schemeClr val="tx1"/>
                </a:solidFill>
                <a:latin typeface="Arial Narrow" panose="020B0604020202020204" pitchFamily="34" charset="0"/>
              </a:defRPr>
            </a:lvl1pPr>
          </a:lstStyle>
          <a:p>
            <a:pPr lvl="0"/>
            <a:r>
              <a:rPr lang="es-ES"/>
              <a:t>TOPIC</a:t>
            </a:r>
          </a:p>
        </p:txBody>
      </p:sp>
      <p:sp>
        <p:nvSpPr>
          <p:cNvPr id="24" name="Marcador de texto 37">
            <a:extLst>
              <a:ext uri="{FF2B5EF4-FFF2-40B4-BE49-F238E27FC236}">
                <a16:creationId xmlns:a16="http://schemas.microsoft.com/office/drawing/2014/main" id="{D5D20EC7-9366-5BFC-20D4-20FB153636C6}"/>
              </a:ext>
            </a:extLst>
          </p:cNvPr>
          <p:cNvSpPr>
            <a:spLocks noGrp="1"/>
          </p:cNvSpPr>
          <p:nvPr>
            <p:ph type="body" sz="quarter" idx="30" hasCustomPrompt="1"/>
          </p:nvPr>
        </p:nvSpPr>
        <p:spPr>
          <a:xfrm>
            <a:off x="2222847" y="4218472"/>
            <a:ext cx="8651472" cy="501650"/>
          </a:xfrm>
          <a:prstGeom prst="rect">
            <a:avLst/>
          </a:prstGeom>
        </p:spPr>
        <p:txBody>
          <a:bodyPr anchor="ctr"/>
          <a:lstStyle>
            <a:lvl1pPr marL="0" indent="0">
              <a:buNone/>
              <a:defRPr sz="2000" b="1" i="0">
                <a:solidFill>
                  <a:schemeClr val="tx1"/>
                </a:solidFill>
                <a:latin typeface="Arial Narrow" panose="020B0604020202020204" pitchFamily="34" charset="0"/>
              </a:defRPr>
            </a:lvl1pPr>
          </a:lstStyle>
          <a:p>
            <a:pPr lvl="0"/>
            <a:r>
              <a:rPr lang="es-ES"/>
              <a:t>TOPIC</a:t>
            </a:r>
          </a:p>
        </p:txBody>
      </p:sp>
      <p:sp>
        <p:nvSpPr>
          <p:cNvPr id="26" name="Marcador de texto 37">
            <a:extLst>
              <a:ext uri="{FF2B5EF4-FFF2-40B4-BE49-F238E27FC236}">
                <a16:creationId xmlns:a16="http://schemas.microsoft.com/office/drawing/2014/main" id="{D5D20EC7-9366-5BFC-20D4-20FB153636C6}"/>
              </a:ext>
            </a:extLst>
          </p:cNvPr>
          <p:cNvSpPr>
            <a:spLocks noGrp="1"/>
          </p:cNvSpPr>
          <p:nvPr>
            <p:ph type="body" sz="quarter" idx="32" hasCustomPrompt="1"/>
          </p:nvPr>
        </p:nvSpPr>
        <p:spPr>
          <a:xfrm>
            <a:off x="2222847" y="5072369"/>
            <a:ext cx="8651472" cy="501650"/>
          </a:xfrm>
          <a:prstGeom prst="rect">
            <a:avLst/>
          </a:prstGeom>
        </p:spPr>
        <p:txBody>
          <a:bodyPr anchor="ctr"/>
          <a:lstStyle>
            <a:lvl1pPr marL="0" indent="0">
              <a:buNone/>
              <a:defRPr sz="2000" b="1" i="0">
                <a:solidFill>
                  <a:schemeClr val="tx1"/>
                </a:solidFill>
                <a:latin typeface="Arial Narrow" panose="020B0604020202020204" pitchFamily="34" charset="0"/>
              </a:defRPr>
            </a:lvl1pPr>
          </a:lstStyle>
          <a:p>
            <a:pPr lvl="0"/>
            <a:r>
              <a:rPr lang="es-ES"/>
              <a:t>TOPIC</a:t>
            </a:r>
          </a:p>
        </p:txBody>
      </p:sp>
      <p:sp>
        <p:nvSpPr>
          <p:cNvPr id="15"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a:xfrm>
            <a:off x="8605477" y="6356350"/>
            <a:ext cx="2205958" cy="365125"/>
          </a:xfrm>
        </p:spPr>
        <p:txBody>
          <a:bodyPr/>
          <a:lstStyle/>
          <a:p>
            <a:r>
              <a:rPr lang="es-ES" err="1"/>
              <a:t>Proprietary</a:t>
            </a:r>
            <a:r>
              <a:rPr lang="es-ES"/>
              <a:t> </a:t>
            </a:r>
            <a:r>
              <a:rPr lang="es-ES" err="1"/>
              <a:t>Information</a:t>
            </a:r>
            <a:r>
              <a:rPr lang="es-ES"/>
              <a:t> - </a:t>
            </a:r>
            <a:r>
              <a:rPr lang="es-ES" err="1"/>
              <a:t>Confidential</a:t>
            </a:r>
            <a:endParaRPr lang="es-ES"/>
          </a:p>
        </p:txBody>
      </p:sp>
      <p:sp>
        <p:nvSpPr>
          <p:cNvPr id="1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a:xfrm>
            <a:off x="10834487" y="6356350"/>
            <a:ext cx="980356" cy="365125"/>
          </a:xfrm>
        </p:spPr>
        <p:txBody>
          <a:bodyPr/>
          <a:lstStyle/>
          <a:p>
            <a:fld id="{FF2CED2D-DE01-CB40-AEF5-C9DD7CD06225}" type="slidenum">
              <a:rPr lang="es-ES" smtClean="0"/>
              <a:t>‹Nº›</a:t>
            </a:fld>
            <a:endParaRPr lang="es-ES"/>
          </a:p>
        </p:txBody>
      </p:sp>
      <p:sp>
        <p:nvSpPr>
          <p:cNvPr id="19" name="Marcador de texto 37">
            <a:extLst>
              <a:ext uri="{FF2B5EF4-FFF2-40B4-BE49-F238E27FC236}">
                <a16:creationId xmlns:a16="http://schemas.microsoft.com/office/drawing/2014/main" id="{BD8DED17-2F90-D6D2-137F-667B527491DC}"/>
              </a:ext>
            </a:extLst>
          </p:cNvPr>
          <p:cNvSpPr txBox="1">
            <a:spLocks/>
          </p:cNvSpPr>
          <p:nvPr userDrawn="1"/>
        </p:nvSpPr>
        <p:spPr>
          <a:xfrm>
            <a:off x="1317682" y="1619881"/>
            <a:ext cx="776249" cy="501650"/>
          </a:xfrm>
          <a:prstGeom prst="rect">
            <a:avLst/>
          </a:prstGeom>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3600" b="1" i="0" kern="1200">
                <a:solidFill>
                  <a:srgbClr val="0042ED"/>
                </a:solidFill>
                <a:latin typeface="Arial Narrow"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t>01</a:t>
            </a:r>
          </a:p>
        </p:txBody>
      </p:sp>
      <p:sp>
        <p:nvSpPr>
          <p:cNvPr id="20" name="Marcador de texto 37">
            <a:extLst>
              <a:ext uri="{FF2B5EF4-FFF2-40B4-BE49-F238E27FC236}">
                <a16:creationId xmlns:a16="http://schemas.microsoft.com/office/drawing/2014/main" id="{BD8DED17-2F90-D6D2-137F-667B527491DC}"/>
              </a:ext>
            </a:extLst>
          </p:cNvPr>
          <p:cNvSpPr txBox="1">
            <a:spLocks/>
          </p:cNvSpPr>
          <p:nvPr userDrawn="1"/>
        </p:nvSpPr>
        <p:spPr>
          <a:xfrm>
            <a:off x="1317682" y="2473778"/>
            <a:ext cx="776249" cy="501650"/>
          </a:xfrm>
          <a:prstGeom prst="rect">
            <a:avLst/>
          </a:prstGeom>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3600" b="1" i="0" kern="1200">
                <a:solidFill>
                  <a:srgbClr val="0042ED"/>
                </a:solidFill>
                <a:latin typeface="Arial Narrow"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t>02</a:t>
            </a:r>
          </a:p>
        </p:txBody>
      </p:sp>
      <p:sp>
        <p:nvSpPr>
          <p:cNvPr id="21" name="Marcador de texto 37">
            <a:extLst>
              <a:ext uri="{FF2B5EF4-FFF2-40B4-BE49-F238E27FC236}">
                <a16:creationId xmlns:a16="http://schemas.microsoft.com/office/drawing/2014/main" id="{BD8DED17-2F90-D6D2-137F-667B527491DC}"/>
              </a:ext>
            </a:extLst>
          </p:cNvPr>
          <p:cNvSpPr txBox="1">
            <a:spLocks/>
          </p:cNvSpPr>
          <p:nvPr userDrawn="1"/>
        </p:nvSpPr>
        <p:spPr>
          <a:xfrm>
            <a:off x="1317682" y="3353697"/>
            <a:ext cx="776249" cy="501650"/>
          </a:xfrm>
          <a:prstGeom prst="rect">
            <a:avLst/>
          </a:prstGeom>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3600" b="1" i="0" kern="1200">
                <a:solidFill>
                  <a:srgbClr val="0042ED"/>
                </a:solidFill>
                <a:latin typeface="Arial Narrow"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t>03</a:t>
            </a:r>
          </a:p>
        </p:txBody>
      </p:sp>
      <p:sp>
        <p:nvSpPr>
          <p:cNvPr id="22" name="Marcador de texto 37">
            <a:extLst>
              <a:ext uri="{FF2B5EF4-FFF2-40B4-BE49-F238E27FC236}">
                <a16:creationId xmlns:a16="http://schemas.microsoft.com/office/drawing/2014/main" id="{BD8DED17-2F90-D6D2-137F-667B527491DC}"/>
              </a:ext>
            </a:extLst>
          </p:cNvPr>
          <p:cNvSpPr txBox="1">
            <a:spLocks/>
          </p:cNvSpPr>
          <p:nvPr userDrawn="1"/>
        </p:nvSpPr>
        <p:spPr>
          <a:xfrm>
            <a:off x="1317681" y="4218472"/>
            <a:ext cx="776249" cy="501650"/>
          </a:xfrm>
          <a:prstGeom prst="rect">
            <a:avLst/>
          </a:prstGeom>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3600" b="1" i="0" kern="1200">
                <a:solidFill>
                  <a:srgbClr val="0042ED"/>
                </a:solidFill>
                <a:latin typeface="Arial Narrow"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t>04</a:t>
            </a:r>
          </a:p>
        </p:txBody>
      </p:sp>
      <p:sp>
        <p:nvSpPr>
          <p:cNvPr id="27" name="Marcador de texto 37">
            <a:extLst>
              <a:ext uri="{FF2B5EF4-FFF2-40B4-BE49-F238E27FC236}">
                <a16:creationId xmlns:a16="http://schemas.microsoft.com/office/drawing/2014/main" id="{BD8DED17-2F90-D6D2-137F-667B527491DC}"/>
              </a:ext>
            </a:extLst>
          </p:cNvPr>
          <p:cNvSpPr txBox="1">
            <a:spLocks/>
          </p:cNvSpPr>
          <p:nvPr userDrawn="1"/>
        </p:nvSpPr>
        <p:spPr>
          <a:xfrm>
            <a:off x="1317680" y="5072369"/>
            <a:ext cx="776249" cy="501650"/>
          </a:xfrm>
          <a:prstGeom prst="rect">
            <a:avLst/>
          </a:prstGeom>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3600" b="1" i="0" kern="1200">
                <a:solidFill>
                  <a:srgbClr val="0042ED"/>
                </a:solidFill>
                <a:latin typeface="Arial Narrow"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t>05</a:t>
            </a:r>
          </a:p>
        </p:txBody>
      </p:sp>
      <p:sp>
        <p:nvSpPr>
          <p:cNvPr id="28" name="CuadroTexto 27">
            <a:extLst>
              <a:ext uri="{FF2B5EF4-FFF2-40B4-BE49-F238E27FC236}">
                <a16:creationId xmlns:a16="http://schemas.microsoft.com/office/drawing/2014/main" id="{97E164A5-8E6E-1001-315B-F1C863DEC9BB}"/>
              </a:ext>
            </a:extLst>
          </p:cNvPr>
          <p:cNvSpPr txBox="1"/>
          <p:nvPr userDrawn="1"/>
        </p:nvSpPr>
        <p:spPr>
          <a:xfrm>
            <a:off x="543015" y="529163"/>
            <a:ext cx="2469692" cy="646331"/>
          </a:xfrm>
          <a:prstGeom prst="rect">
            <a:avLst/>
          </a:prstGeom>
          <a:noFill/>
        </p:spPr>
        <p:txBody>
          <a:bodyPr wrap="square">
            <a:spAutoFit/>
          </a:bodyPr>
          <a:lstStyle/>
          <a:p>
            <a:r>
              <a:rPr lang="es-ES" sz="3600" b="1" i="0">
                <a:solidFill>
                  <a:srgbClr val="0042ED"/>
                </a:solidFill>
                <a:latin typeface="Arial Narrow" panose="020B0604020202020204" pitchFamily="34" charset="0"/>
              </a:rPr>
              <a:t>AGENDA</a:t>
            </a:r>
          </a:p>
        </p:txBody>
      </p:sp>
    </p:spTree>
    <p:extLst>
      <p:ext uri="{BB962C8B-B14F-4D97-AF65-F5344CB8AC3E}">
        <p14:creationId xmlns:p14="http://schemas.microsoft.com/office/powerpoint/2010/main" val="1887245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1_Section Cover">
    <p:spTree>
      <p:nvGrpSpPr>
        <p:cNvPr id="1" name=""/>
        <p:cNvGrpSpPr/>
        <p:nvPr/>
      </p:nvGrpSpPr>
      <p:grpSpPr>
        <a:xfrm>
          <a:off x="0" y="0"/>
          <a:ext cx="0" cy="0"/>
          <a:chOff x="0" y="0"/>
          <a:chExt cx="0" cy="0"/>
        </a:xfrm>
      </p:grpSpPr>
      <p:sp>
        <p:nvSpPr>
          <p:cNvPr id="2" name="Rectángulo 1"/>
          <p:cNvSpPr/>
          <p:nvPr userDrawn="1"/>
        </p:nvSpPr>
        <p:spPr>
          <a:xfrm>
            <a:off x="6105293" y="0"/>
            <a:ext cx="608670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a:xfrm>
            <a:off x="8605477" y="6356350"/>
            <a:ext cx="2205958" cy="365125"/>
          </a:xfrm>
        </p:spPr>
        <p:txBody>
          <a:bodyPr/>
          <a:lstStyle>
            <a:lvl1pPr>
              <a:defRPr>
                <a:solidFill>
                  <a:schemeClr val="bg1"/>
                </a:solidFill>
              </a:defRPr>
            </a:lvl1pPr>
          </a:lstStyle>
          <a:p>
            <a:r>
              <a:rPr lang="es-ES" err="1"/>
              <a:t>Proprietary</a:t>
            </a:r>
            <a:r>
              <a:rPr lang="es-ES"/>
              <a:t> </a:t>
            </a:r>
            <a:r>
              <a:rPr lang="es-ES" err="1"/>
              <a:t>Information</a:t>
            </a:r>
            <a:r>
              <a:rPr lang="es-ES"/>
              <a:t> - </a:t>
            </a:r>
            <a:r>
              <a:rPr lang="es-ES" err="1"/>
              <a:t>Confidential</a:t>
            </a:r>
            <a:endParaRPr lang="es-ES"/>
          </a:p>
        </p:txBody>
      </p:sp>
      <p:sp>
        <p:nvSpPr>
          <p:cNvPr id="8"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a:xfrm>
            <a:off x="10834487" y="6356350"/>
            <a:ext cx="980356" cy="365125"/>
          </a:xfrm>
        </p:spPr>
        <p:txBody>
          <a:bodyPr/>
          <a:lstStyle>
            <a:lvl1pPr>
              <a:defRPr>
                <a:solidFill>
                  <a:schemeClr val="bg1"/>
                </a:solidFill>
              </a:defRPr>
            </a:lvl1pPr>
          </a:lstStyle>
          <a:p>
            <a:fld id="{FF2CED2D-DE01-CB40-AEF5-C9DD7CD06225}" type="slidenum">
              <a:rPr lang="es-ES" smtClean="0"/>
              <a:pPr/>
              <a:t>‹Nº›</a:t>
            </a:fld>
            <a:endParaRPr lang="es-ES"/>
          </a:p>
        </p:txBody>
      </p:sp>
      <p:sp>
        <p:nvSpPr>
          <p:cNvPr id="10" name="Marcador de texto 37">
            <a:extLst>
              <a:ext uri="{FF2B5EF4-FFF2-40B4-BE49-F238E27FC236}">
                <a16:creationId xmlns:a16="http://schemas.microsoft.com/office/drawing/2014/main" id="{F470E907-620D-614B-6067-86F4A22B178F}"/>
              </a:ext>
            </a:extLst>
          </p:cNvPr>
          <p:cNvSpPr>
            <a:spLocks noGrp="1"/>
          </p:cNvSpPr>
          <p:nvPr>
            <p:ph type="body" sz="quarter" idx="19" hasCustomPrompt="1"/>
          </p:nvPr>
        </p:nvSpPr>
        <p:spPr>
          <a:xfrm>
            <a:off x="609507" y="3355192"/>
            <a:ext cx="3827227" cy="1417002"/>
          </a:xfrm>
          <a:prstGeom prst="rect">
            <a:avLst/>
          </a:prstGeom>
        </p:spPr>
        <p:txBody>
          <a:bodyPr anchor="t"/>
          <a:lstStyle>
            <a:lvl1pPr marL="0" indent="0">
              <a:buNone/>
              <a:defRPr sz="3600" b="1" i="0">
                <a:solidFill>
                  <a:schemeClr val="tx1"/>
                </a:solidFill>
                <a:latin typeface="Arial Narrow" panose="020B0604020202020204" pitchFamily="34" charset="0"/>
              </a:defRPr>
            </a:lvl1pPr>
          </a:lstStyle>
          <a:p>
            <a:pPr lvl="0"/>
            <a:r>
              <a:rPr lang="es-ES"/>
              <a:t>TOPIC</a:t>
            </a:r>
          </a:p>
        </p:txBody>
      </p:sp>
      <p:sp>
        <p:nvSpPr>
          <p:cNvPr id="12" name="Marcador de texto 16">
            <a:extLst>
              <a:ext uri="{FF2B5EF4-FFF2-40B4-BE49-F238E27FC236}">
                <a16:creationId xmlns:a16="http://schemas.microsoft.com/office/drawing/2014/main" id="{419EBCED-DD09-F1A2-2386-E3C417AB4652}"/>
              </a:ext>
            </a:extLst>
          </p:cNvPr>
          <p:cNvSpPr>
            <a:spLocks noGrp="1"/>
          </p:cNvSpPr>
          <p:nvPr>
            <p:ph type="body" sz="quarter" idx="17"/>
          </p:nvPr>
        </p:nvSpPr>
        <p:spPr>
          <a:xfrm>
            <a:off x="7060677" y="923827"/>
            <a:ext cx="4524638" cy="4967926"/>
          </a:xfrm>
          <a:prstGeom prst="rect">
            <a:avLst/>
          </a:prstGeom>
        </p:spPr>
        <p:txBody>
          <a:bodyPr/>
          <a:lstStyle>
            <a:lvl1pPr>
              <a:defRPr sz="1400" b="0" i="0">
                <a:solidFill>
                  <a:schemeClr val="bg1"/>
                </a:solidFill>
                <a:latin typeface="Arial" panose="020B0604020202020204" pitchFamily="34" charset="0"/>
                <a:cs typeface="Arial" panose="020B0604020202020204" pitchFamily="34" charset="0"/>
              </a:defRPr>
            </a:lvl1pPr>
          </a:lstStyle>
          <a:p>
            <a:pPr lvl="0"/>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s-ES"/>
          </a:p>
          <a:p>
            <a:pPr lvl="0"/>
            <a:endParaRPr lang="es-ES"/>
          </a:p>
          <a:p>
            <a:pPr lvl="0"/>
            <a:endParaRPr lang="es-ES"/>
          </a:p>
          <a:p>
            <a:pPr lvl="0"/>
            <a:endParaRPr lang="es-ES"/>
          </a:p>
        </p:txBody>
      </p:sp>
      <p:sp>
        <p:nvSpPr>
          <p:cNvPr id="11" name="Marcador de texto 37">
            <a:extLst>
              <a:ext uri="{FF2B5EF4-FFF2-40B4-BE49-F238E27FC236}">
                <a16:creationId xmlns:a16="http://schemas.microsoft.com/office/drawing/2014/main" id="{6FE238B3-0BD9-988E-4611-BD18375F063D}"/>
              </a:ext>
            </a:extLst>
          </p:cNvPr>
          <p:cNvSpPr txBox="1">
            <a:spLocks/>
          </p:cNvSpPr>
          <p:nvPr userDrawn="1"/>
        </p:nvSpPr>
        <p:spPr>
          <a:xfrm>
            <a:off x="593249" y="2539028"/>
            <a:ext cx="1415902" cy="679210"/>
          </a:xfrm>
          <a:prstGeom prst="rect">
            <a:avLst/>
          </a:prstGeom>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5400" b="1" i="0" kern="1200">
                <a:solidFill>
                  <a:srgbClr val="0042ED"/>
                </a:solidFill>
                <a:latin typeface="Arial Narrow"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t>01</a:t>
            </a:r>
          </a:p>
        </p:txBody>
      </p:sp>
    </p:spTree>
    <p:extLst>
      <p:ext uri="{BB962C8B-B14F-4D97-AF65-F5344CB8AC3E}">
        <p14:creationId xmlns:p14="http://schemas.microsoft.com/office/powerpoint/2010/main" val="336576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2_Section cover">
    <p:bg>
      <p:bgPr>
        <a:solidFill>
          <a:srgbClr val="0042ED"/>
        </a:solidFill>
        <a:effectLst/>
      </p:bgPr>
    </p:bg>
    <p:spTree>
      <p:nvGrpSpPr>
        <p:cNvPr id="1" name=""/>
        <p:cNvGrpSpPr/>
        <p:nvPr/>
      </p:nvGrpSpPr>
      <p:grpSpPr>
        <a:xfrm>
          <a:off x="0" y="0"/>
          <a:ext cx="0" cy="0"/>
          <a:chOff x="0" y="0"/>
          <a:chExt cx="0" cy="0"/>
        </a:xfrm>
      </p:grpSpPr>
      <p:sp>
        <p:nvSpPr>
          <p:cNvPr id="13" name="Rectángulo 12"/>
          <p:cNvSpPr/>
          <p:nvPr userDrawn="1"/>
        </p:nvSpPr>
        <p:spPr>
          <a:xfrm>
            <a:off x="6105293" y="0"/>
            <a:ext cx="608670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1" name="Marcador de número de diapositiva 5">
            <a:extLst>
              <a:ext uri="{FF2B5EF4-FFF2-40B4-BE49-F238E27FC236}">
                <a16:creationId xmlns:a16="http://schemas.microsoft.com/office/drawing/2014/main" id="{569B5B9B-376F-C705-5B0F-9F2F46AF0001}"/>
              </a:ext>
            </a:extLst>
          </p:cNvPr>
          <p:cNvSpPr>
            <a:spLocks noGrp="1"/>
          </p:cNvSpPr>
          <p:nvPr>
            <p:ph type="sldNum" sz="quarter" idx="4"/>
          </p:nvPr>
        </p:nvSpPr>
        <p:spPr>
          <a:xfrm>
            <a:off x="10834487" y="6356350"/>
            <a:ext cx="980356" cy="365125"/>
          </a:xfrm>
          <a:prstGeom prst="rect">
            <a:avLst/>
          </a:prstGeom>
        </p:spPr>
        <p:txBody>
          <a:bodyPr vert="horz" lIns="91440" tIns="45720" rIns="91440" bIns="45720" rtlCol="0" anchor="ctr"/>
          <a:lstStyle>
            <a:lvl1pPr algn="r">
              <a:defRPr sz="900" b="0" i="0">
                <a:solidFill>
                  <a:schemeClr val="tx1"/>
                </a:solidFill>
                <a:latin typeface="Arial" panose="020B0604020202020204" pitchFamily="34" charset="0"/>
                <a:cs typeface="Arial" panose="020B0604020202020204" pitchFamily="34" charset="0"/>
              </a:defRPr>
            </a:lvl1pPr>
          </a:lstStyle>
          <a:p>
            <a:fld id="{FF2CED2D-DE01-CB40-AEF5-C9DD7CD06225}" type="slidenum">
              <a:rPr lang="es-ES" smtClean="0"/>
              <a:pPr/>
              <a:t>‹Nº›</a:t>
            </a:fld>
            <a:endParaRPr lang="es-ES"/>
          </a:p>
        </p:txBody>
      </p:sp>
      <p:pic>
        <p:nvPicPr>
          <p:cNvPr id="3" name="Imagen 1">
            <a:extLst>
              <a:ext uri="{FF2B5EF4-FFF2-40B4-BE49-F238E27FC236}">
                <a16:creationId xmlns:a16="http://schemas.microsoft.com/office/drawing/2014/main" id="{9492381F-C020-8443-2524-CA2A35218A28}"/>
              </a:ext>
            </a:extLst>
          </p:cNvPr>
          <p:cNvPicPr/>
          <p:nvPr userDrawn="1"/>
        </p:nvPicPr>
        <p:blipFill>
          <a:blip r:embed="rId2"/>
          <a:stretch>
            <a:fillRect/>
          </a:stretch>
        </p:blipFill>
        <p:spPr>
          <a:xfrm>
            <a:off x="653742" y="6320455"/>
            <a:ext cx="663716" cy="293070"/>
          </a:xfrm>
          <a:prstGeom prst="rect">
            <a:avLst/>
          </a:prstGeom>
        </p:spPr>
      </p:pic>
      <p:sp>
        <p:nvSpPr>
          <p:cNvPr id="8" name="Marcador de texto 37">
            <a:extLst>
              <a:ext uri="{FF2B5EF4-FFF2-40B4-BE49-F238E27FC236}">
                <a16:creationId xmlns:a16="http://schemas.microsoft.com/office/drawing/2014/main" id="{66D52F48-9492-9122-80DA-4C8D0CC457E3}"/>
              </a:ext>
            </a:extLst>
          </p:cNvPr>
          <p:cNvSpPr>
            <a:spLocks noGrp="1"/>
          </p:cNvSpPr>
          <p:nvPr>
            <p:ph type="body" sz="quarter" idx="13" hasCustomPrompt="1"/>
          </p:nvPr>
        </p:nvSpPr>
        <p:spPr>
          <a:xfrm>
            <a:off x="593249" y="2539028"/>
            <a:ext cx="1415902" cy="679210"/>
          </a:xfrm>
          <a:prstGeom prst="rect">
            <a:avLst/>
          </a:prstGeom>
        </p:spPr>
        <p:txBody>
          <a:bodyPr anchor="ctr"/>
          <a:lstStyle>
            <a:lvl1pPr marL="0" indent="0">
              <a:buNone/>
              <a:defRPr sz="5400" b="1" i="0">
                <a:solidFill>
                  <a:schemeClr val="bg1"/>
                </a:solidFill>
                <a:latin typeface="Arial Narrow" panose="020B0604020202020204" pitchFamily="34" charset="0"/>
              </a:defRPr>
            </a:lvl1pPr>
          </a:lstStyle>
          <a:p>
            <a:pPr lvl="0"/>
            <a:r>
              <a:rPr lang="es-ES"/>
              <a:t>01</a:t>
            </a:r>
          </a:p>
        </p:txBody>
      </p:sp>
      <p:sp>
        <p:nvSpPr>
          <p:cNvPr id="12" name="Marcador de texto 16">
            <a:extLst>
              <a:ext uri="{FF2B5EF4-FFF2-40B4-BE49-F238E27FC236}">
                <a16:creationId xmlns:a16="http://schemas.microsoft.com/office/drawing/2014/main" id="{419EBCED-DD09-F1A2-2386-E3C417AB4652}"/>
              </a:ext>
            </a:extLst>
          </p:cNvPr>
          <p:cNvSpPr>
            <a:spLocks noGrp="1"/>
          </p:cNvSpPr>
          <p:nvPr>
            <p:ph type="body" sz="quarter" idx="17"/>
          </p:nvPr>
        </p:nvSpPr>
        <p:spPr>
          <a:xfrm>
            <a:off x="7060677" y="923827"/>
            <a:ext cx="4524638" cy="4967926"/>
          </a:xfrm>
          <a:prstGeom prst="rect">
            <a:avLst/>
          </a:prstGeom>
        </p:spPr>
        <p:txBody>
          <a:bodyPr/>
          <a:lstStyle>
            <a:lvl1pPr>
              <a:defRPr sz="1400" b="0" i="0">
                <a:solidFill>
                  <a:schemeClr val="tx1"/>
                </a:solidFill>
                <a:latin typeface="Arial" panose="020B0604020202020204" pitchFamily="34" charset="0"/>
                <a:cs typeface="Arial" panose="020B0604020202020204" pitchFamily="34" charset="0"/>
              </a:defRPr>
            </a:lvl1pPr>
          </a:lstStyle>
          <a:p>
            <a:pPr lvl="0"/>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s-ES"/>
          </a:p>
          <a:p>
            <a:pPr lvl="0"/>
            <a:endParaRPr lang="es-ES"/>
          </a:p>
          <a:p>
            <a:pPr lvl="0"/>
            <a:endParaRPr lang="es-ES"/>
          </a:p>
          <a:p>
            <a:pPr lvl="0"/>
            <a:endParaRPr lang="es-ES"/>
          </a:p>
        </p:txBody>
      </p:sp>
      <p:sp>
        <p:nvSpPr>
          <p:cNvPr id="14"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a:xfrm>
            <a:off x="8605477" y="6356350"/>
            <a:ext cx="2205958" cy="365125"/>
          </a:xfrm>
        </p:spPr>
        <p:txBody>
          <a:bodyPr/>
          <a:lstStyle/>
          <a:p>
            <a:r>
              <a:rPr lang="es-ES" err="1"/>
              <a:t>Proprietary</a:t>
            </a:r>
            <a:r>
              <a:rPr lang="es-ES"/>
              <a:t> </a:t>
            </a:r>
            <a:r>
              <a:rPr lang="es-ES" err="1"/>
              <a:t>Information</a:t>
            </a:r>
            <a:r>
              <a:rPr lang="es-ES"/>
              <a:t> - </a:t>
            </a:r>
            <a:r>
              <a:rPr lang="es-ES" err="1"/>
              <a:t>Confidential</a:t>
            </a:r>
            <a:endParaRPr lang="es-ES"/>
          </a:p>
        </p:txBody>
      </p:sp>
      <p:sp>
        <p:nvSpPr>
          <p:cNvPr id="10" name="Marcador de texto 37">
            <a:extLst>
              <a:ext uri="{FF2B5EF4-FFF2-40B4-BE49-F238E27FC236}">
                <a16:creationId xmlns:a16="http://schemas.microsoft.com/office/drawing/2014/main" id="{F470E907-620D-614B-6067-86F4A22B178F}"/>
              </a:ext>
            </a:extLst>
          </p:cNvPr>
          <p:cNvSpPr>
            <a:spLocks noGrp="1"/>
          </p:cNvSpPr>
          <p:nvPr>
            <p:ph type="body" sz="quarter" idx="19" hasCustomPrompt="1"/>
          </p:nvPr>
        </p:nvSpPr>
        <p:spPr>
          <a:xfrm>
            <a:off x="609507" y="3355192"/>
            <a:ext cx="3827227" cy="1417002"/>
          </a:xfrm>
          <a:prstGeom prst="rect">
            <a:avLst/>
          </a:prstGeom>
        </p:spPr>
        <p:txBody>
          <a:bodyPr anchor="t"/>
          <a:lstStyle>
            <a:lvl1pPr marL="0" indent="0">
              <a:buNone/>
              <a:defRPr sz="3600" b="1" i="0">
                <a:solidFill>
                  <a:schemeClr val="bg1"/>
                </a:solidFill>
                <a:latin typeface="Arial Narrow" panose="020B0604020202020204" pitchFamily="34" charset="0"/>
              </a:defRPr>
            </a:lvl1pPr>
          </a:lstStyle>
          <a:p>
            <a:pPr lvl="0"/>
            <a:r>
              <a:rPr lang="es-ES"/>
              <a:t>TOPIC</a:t>
            </a:r>
          </a:p>
        </p:txBody>
      </p:sp>
    </p:spTree>
    <p:extLst>
      <p:ext uri="{BB962C8B-B14F-4D97-AF65-F5344CB8AC3E}">
        <p14:creationId xmlns:p14="http://schemas.microsoft.com/office/powerpoint/2010/main" val="17761986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3_Section cover 3">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2DF9D57-A756-F071-BA65-90B7000970E8}"/>
              </a:ext>
            </a:extLst>
          </p:cNvPr>
          <p:cNvGraphicFramePr>
            <a:graphicFrameLocks noChangeAspect="1"/>
          </p:cNvGraphicFramePr>
          <p:nvPr userDrawn="1">
            <p:custDataLst>
              <p:tags r:id="rId1"/>
            </p:custDataLst>
            <p:extLst>
              <p:ext uri="{D42A27DB-BD31-4B8C-83A1-F6EECF244321}">
                <p14:modId xmlns:p14="http://schemas.microsoft.com/office/powerpoint/2010/main" val="23370613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4" name="think-cell data - do not delete" hidden="1">
                        <a:extLst>
                          <a:ext uri="{FF2B5EF4-FFF2-40B4-BE49-F238E27FC236}">
                            <a16:creationId xmlns:a16="http://schemas.microsoft.com/office/drawing/2014/main" id="{02DF9D57-A756-F071-BA65-90B7000970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Marcador de posición de imagen 2">
            <a:extLst>
              <a:ext uri="{FF2B5EF4-FFF2-40B4-BE49-F238E27FC236}">
                <a16:creationId xmlns:a16="http://schemas.microsoft.com/office/drawing/2014/main" id="{5338DAC2-D070-2EF9-3EAF-793CD42162B3}"/>
              </a:ext>
            </a:extLst>
          </p:cNvPr>
          <p:cNvSpPr>
            <a:spLocks noGrp="1"/>
          </p:cNvSpPr>
          <p:nvPr>
            <p:ph type="pic" idx="1"/>
          </p:nvPr>
        </p:nvSpPr>
        <p:spPr>
          <a:xfrm>
            <a:off x="6211229" y="0"/>
            <a:ext cx="5980771" cy="6857999"/>
          </a:xfrm>
          <a:prstGeom prst="rect">
            <a:avLst/>
          </a:prstGeom>
        </p:spPr>
        <p:txBody>
          <a:bodyPr/>
          <a:lstStyle>
            <a:lvl1pPr marL="0" indent="0">
              <a:buNone/>
              <a:defRPr sz="3200" b="0" i="0">
                <a:solidFill>
                  <a:schemeClr val="bg1"/>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9" name="Marcador de texto 37">
            <a:extLst>
              <a:ext uri="{FF2B5EF4-FFF2-40B4-BE49-F238E27FC236}">
                <a16:creationId xmlns:a16="http://schemas.microsoft.com/office/drawing/2014/main" id="{6FE238B3-0BD9-988E-4611-BD18375F063D}"/>
              </a:ext>
            </a:extLst>
          </p:cNvPr>
          <p:cNvSpPr>
            <a:spLocks noGrp="1"/>
          </p:cNvSpPr>
          <p:nvPr>
            <p:ph type="body" sz="quarter" idx="13" hasCustomPrompt="1"/>
          </p:nvPr>
        </p:nvSpPr>
        <p:spPr>
          <a:xfrm>
            <a:off x="593249" y="2539028"/>
            <a:ext cx="1415902" cy="679210"/>
          </a:xfrm>
          <a:prstGeom prst="rect">
            <a:avLst/>
          </a:prstGeom>
        </p:spPr>
        <p:txBody>
          <a:bodyPr anchor="ctr"/>
          <a:lstStyle>
            <a:lvl1pPr marL="0" indent="0">
              <a:buNone/>
              <a:defRPr sz="5400" b="1" i="0">
                <a:solidFill>
                  <a:srgbClr val="0042ED"/>
                </a:solidFill>
                <a:latin typeface="Arial Narrow" panose="020B0604020202020204" pitchFamily="34" charset="0"/>
              </a:defRPr>
            </a:lvl1pPr>
          </a:lstStyle>
          <a:p>
            <a:pPr lvl="0"/>
            <a:r>
              <a:rPr lang="es-ES"/>
              <a:t>01</a:t>
            </a:r>
          </a:p>
        </p:txBody>
      </p:sp>
      <p:sp>
        <p:nvSpPr>
          <p:cNvPr id="5" name="Marcador de pie de página 5">
            <a:extLst>
              <a:ext uri="{FF2B5EF4-FFF2-40B4-BE49-F238E27FC236}">
                <a16:creationId xmlns:a16="http://schemas.microsoft.com/office/drawing/2014/main" id="{8326ED2D-2EFB-9614-21DA-EC8442079AA0}"/>
              </a:ext>
            </a:extLst>
          </p:cNvPr>
          <p:cNvSpPr>
            <a:spLocks noGrp="1"/>
          </p:cNvSpPr>
          <p:nvPr>
            <p:ph type="ftr" sz="quarter" idx="11"/>
          </p:nvPr>
        </p:nvSpPr>
        <p:spPr>
          <a:xfrm>
            <a:off x="8605477" y="6356350"/>
            <a:ext cx="2205958" cy="365125"/>
          </a:xfrm>
        </p:spPr>
        <p:txBody>
          <a:bodyPr/>
          <a:lstStyle/>
          <a:p>
            <a:r>
              <a:rPr lang="es-ES" err="1"/>
              <a:t>Proprietary</a:t>
            </a:r>
            <a:r>
              <a:rPr lang="es-ES"/>
              <a:t> </a:t>
            </a:r>
            <a:r>
              <a:rPr lang="es-ES" err="1"/>
              <a:t>Information</a:t>
            </a:r>
            <a:r>
              <a:rPr lang="es-ES"/>
              <a:t> - </a:t>
            </a:r>
            <a:r>
              <a:rPr lang="es-ES" err="1"/>
              <a:t>Confidential</a:t>
            </a:r>
            <a:endParaRPr lang="es-ES"/>
          </a:p>
        </p:txBody>
      </p:sp>
      <p:sp>
        <p:nvSpPr>
          <p:cNvPr id="6" name="Marcador de número de diapositiva 6">
            <a:extLst>
              <a:ext uri="{FF2B5EF4-FFF2-40B4-BE49-F238E27FC236}">
                <a16:creationId xmlns:a16="http://schemas.microsoft.com/office/drawing/2014/main" id="{878EDDC8-C948-BA17-CA39-CE9291AD62E6}"/>
              </a:ext>
            </a:extLst>
          </p:cNvPr>
          <p:cNvSpPr>
            <a:spLocks noGrp="1"/>
          </p:cNvSpPr>
          <p:nvPr>
            <p:ph type="sldNum" sz="quarter" idx="12"/>
          </p:nvPr>
        </p:nvSpPr>
        <p:spPr>
          <a:xfrm>
            <a:off x="10834487" y="6356350"/>
            <a:ext cx="980356" cy="365125"/>
          </a:xfrm>
        </p:spPr>
        <p:txBody>
          <a:bodyPr/>
          <a:lstStyle/>
          <a:p>
            <a:fld id="{FF2CED2D-DE01-CB40-AEF5-C9DD7CD06225}" type="slidenum">
              <a:rPr lang="es-ES" smtClean="0"/>
              <a:t>‹Nº›</a:t>
            </a:fld>
            <a:endParaRPr lang="es-ES"/>
          </a:p>
        </p:txBody>
      </p:sp>
      <p:sp>
        <p:nvSpPr>
          <p:cNvPr id="8" name="Marcador de texto 37">
            <a:extLst>
              <a:ext uri="{FF2B5EF4-FFF2-40B4-BE49-F238E27FC236}">
                <a16:creationId xmlns:a16="http://schemas.microsoft.com/office/drawing/2014/main" id="{F470E907-620D-614B-6067-86F4A22B178F}"/>
              </a:ext>
            </a:extLst>
          </p:cNvPr>
          <p:cNvSpPr>
            <a:spLocks noGrp="1"/>
          </p:cNvSpPr>
          <p:nvPr>
            <p:ph type="body" sz="quarter" idx="19" hasCustomPrompt="1"/>
          </p:nvPr>
        </p:nvSpPr>
        <p:spPr>
          <a:xfrm>
            <a:off x="609507" y="3355192"/>
            <a:ext cx="3827227" cy="1417002"/>
          </a:xfrm>
          <a:prstGeom prst="rect">
            <a:avLst/>
          </a:prstGeom>
        </p:spPr>
        <p:txBody>
          <a:bodyPr anchor="t"/>
          <a:lstStyle>
            <a:lvl1pPr marL="0" indent="0">
              <a:buNone/>
              <a:defRPr sz="3600" b="1" i="0">
                <a:solidFill>
                  <a:schemeClr val="tx1"/>
                </a:solidFill>
                <a:latin typeface="Arial Narrow" panose="020B0604020202020204" pitchFamily="34" charset="0"/>
              </a:defRPr>
            </a:lvl1pPr>
          </a:lstStyle>
          <a:p>
            <a:pPr lvl="0"/>
            <a:r>
              <a:rPr lang="es-ES"/>
              <a:t>TOPIC</a:t>
            </a:r>
          </a:p>
        </p:txBody>
      </p:sp>
    </p:spTree>
    <p:extLst>
      <p:ext uri="{BB962C8B-B14F-4D97-AF65-F5344CB8AC3E}">
        <p14:creationId xmlns:p14="http://schemas.microsoft.com/office/powerpoint/2010/main" val="1036724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4_Section cover">
    <p:bg>
      <p:bgPr>
        <a:solidFill>
          <a:srgbClr val="0042ED"/>
        </a:solidFill>
        <a:effectLst/>
      </p:bgPr>
    </p:bg>
    <p:spTree>
      <p:nvGrpSpPr>
        <p:cNvPr id="1" name=""/>
        <p:cNvGrpSpPr/>
        <p:nvPr/>
      </p:nvGrpSpPr>
      <p:grpSpPr>
        <a:xfrm>
          <a:off x="0" y="0"/>
          <a:ext cx="0" cy="0"/>
          <a:chOff x="0" y="0"/>
          <a:chExt cx="0" cy="0"/>
        </a:xfrm>
      </p:grpSpPr>
      <p:sp>
        <p:nvSpPr>
          <p:cNvPr id="40" name="Marcador de pie de página 4">
            <a:extLst>
              <a:ext uri="{FF2B5EF4-FFF2-40B4-BE49-F238E27FC236}">
                <a16:creationId xmlns:a16="http://schemas.microsoft.com/office/drawing/2014/main" id="{C95CB7AC-35E4-A7E4-93F5-AD5DF7FD5AFF}"/>
              </a:ext>
            </a:extLst>
          </p:cNvPr>
          <p:cNvSpPr>
            <a:spLocks noGrp="1"/>
          </p:cNvSpPr>
          <p:nvPr>
            <p:ph type="ftr" sz="quarter" idx="3"/>
          </p:nvPr>
        </p:nvSpPr>
        <p:spPr>
          <a:xfrm>
            <a:off x="8605477" y="6356350"/>
            <a:ext cx="2205958" cy="365125"/>
          </a:xfrm>
          <a:prstGeom prst="rect">
            <a:avLst/>
          </a:prstGeom>
        </p:spPr>
        <p:txBody>
          <a:bodyPr vert="horz" lIns="91440" tIns="45720" rIns="91440" bIns="45720" rtlCol="0" anchor="ctr"/>
          <a:lstStyle>
            <a:lvl1pPr algn="l">
              <a:defRPr sz="900" b="0" i="0">
                <a:solidFill>
                  <a:schemeClr val="bg1"/>
                </a:solidFill>
                <a:latin typeface="Arial" panose="020B0604020202020204" pitchFamily="34" charset="0"/>
                <a:cs typeface="Arial" panose="020B0604020202020204" pitchFamily="34" charset="0"/>
              </a:defRPr>
            </a:lvl1pPr>
          </a:lstStyle>
          <a:p>
            <a:r>
              <a:rPr lang="en-US">
                <a:sym typeface="Century Gothic" panose="020B0502020202020204" pitchFamily="34" charset="0"/>
              </a:rPr>
              <a:t>Proprietary Information - Confidential</a:t>
            </a:r>
          </a:p>
        </p:txBody>
      </p:sp>
      <p:sp>
        <p:nvSpPr>
          <p:cNvPr id="41" name="Marcador de número de diapositiva 5">
            <a:extLst>
              <a:ext uri="{FF2B5EF4-FFF2-40B4-BE49-F238E27FC236}">
                <a16:creationId xmlns:a16="http://schemas.microsoft.com/office/drawing/2014/main" id="{569B5B9B-376F-C705-5B0F-9F2F46AF0001}"/>
              </a:ext>
            </a:extLst>
          </p:cNvPr>
          <p:cNvSpPr>
            <a:spLocks noGrp="1"/>
          </p:cNvSpPr>
          <p:nvPr>
            <p:ph type="sldNum" sz="quarter" idx="4"/>
          </p:nvPr>
        </p:nvSpPr>
        <p:spPr>
          <a:xfrm>
            <a:off x="10834487" y="6356350"/>
            <a:ext cx="980356" cy="365125"/>
          </a:xfrm>
          <a:prstGeom prst="rect">
            <a:avLst/>
          </a:prstGeom>
        </p:spPr>
        <p:txBody>
          <a:bodyPr vert="horz" lIns="91440" tIns="45720" rIns="91440" bIns="45720" rtlCol="0" anchor="ctr"/>
          <a:lstStyle>
            <a:lvl1pPr algn="r">
              <a:defRPr sz="900" b="0" i="0">
                <a:solidFill>
                  <a:schemeClr val="bg1"/>
                </a:solidFill>
                <a:latin typeface="Arial" panose="020B0604020202020204" pitchFamily="34" charset="0"/>
                <a:cs typeface="Arial" panose="020B0604020202020204" pitchFamily="34" charset="0"/>
              </a:defRPr>
            </a:lvl1pPr>
          </a:lstStyle>
          <a:p>
            <a:fld id="{FF2CED2D-DE01-CB40-AEF5-C9DD7CD06225}" type="slidenum">
              <a:rPr lang="es-ES" smtClean="0"/>
              <a:pPr/>
              <a:t>‹Nº›</a:t>
            </a:fld>
            <a:endParaRPr lang="es-ES"/>
          </a:p>
        </p:txBody>
      </p:sp>
      <p:sp>
        <p:nvSpPr>
          <p:cNvPr id="4" name="Marcador de texto 37">
            <a:extLst>
              <a:ext uri="{FF2B5EF4-FFF2-40B4-BE49-F238E27FC236}">
                <a16:creationId xmlns:a16="http://schemas.microsoft.com/office/drawing/2014/main" id="{66D52F48-9492-9122-80DA-4C8D0CC457E3}"/>
              </a:ext>
            </a:extLst>
          </p:cNvPr>
          <p:cNvSpPr>
            <a:spLocks noGrp="1"/>
          </p:cNvSpPr>
          <p:nvPr>
            <p:ph type="body" sz="quarter" idx="13" hasCustomPrompt="1"/>
          </p:nvPr>
        </p:nvSpPr>
        <p:spPr>
          <a:xfrm>
            <a:off x="593249" y="2539028"/>
            <a:ext cx="1415902" cy="679210"/>
          </a:xfrm>
          <a:prstGeom prst="rect">
            <a:avLst/>
          </a:prstGeom>
        </p:spPr>
        <p:txBody>
          <a:bodyPr anchor="ctr"/>
          <a:lstStyle>
            <a:lvl1pPr marL="0" indent="0">
              <a:buNone/>
              <a:defRPr sz="5400" b="1" i="0">
                <a:solidFill>
                  <a:schemeClr val="bg1"/>
                </a:solidFill>
                <a:latin typeface="Arial Narrow" panose="020B0604020202020204" pitchFamily="34" charset="0"/>
              </a:defRPr>
            </a:lvl1pPr>
          </a:lstStyle>
          <a:p>
            <a:pPr lvl="0"/>
            <a:r>
              <a:rPr lang="es-ES"/>
              <a:t>01</a:t>
            </a:r>
          </a:p>
        </p:txBody>
      </p:sp>
      <p:pic>
        <p:nvPicPr>
          <p:cNvPr id="3" name="Imagen 1">
            <a:extLst>
              <a:ext uri="{FF2B5EF4-FFF2-40B4-BE49-F238E27FC236}">
                <a16:creationId xmlns:a16="http://schemas.microsoft.com/office/drawing/2014/main" id="{9492381F-C020-8443-2524-CA2A35218A28}"/>
              </a:ext>
            </a:extLst>
          </p:cNvPr>
          <p:cNvPicPr/>
          <p:nvPr userDrawn="1"/>
        </p:nvPicPr>
        <p:blipFill>
          <a:blip r:embed="rId2"/>
          <a:stretch>
            <a:fillRect/>
          </a:stretch>
        </p:blipFill>
        <p:spPr>
          <a:xfrm>
            <a:off x="653742" y="6320455"/>
            <a:ext cx="663716" cy="293070"/>
          </a:xfrm>
          <a:prstGeom prst="rect">
            <a:avLst/>
          </a:prstGeom>
        </p:spPr>
      </p:pic>
      <p:sp>
        <p:nvSpPr>
          <p:cNvPr id="8" name="Marcador de posición de imagen 2">
            <a:extLst>
              <a:ext uri="{FF2B5EF4-FFF2-40B4-BE49-F238E27FC236}">
                <a16:creationId xmlns:a16="http://schemas.microsoft.com/office/drawing/2014/main" id="{C1AC71DB-90C7-AEDF-FAB4-EBA8EB91AA98}"/>
              </a:ext>
            </a:extLst>
          </p:cNvPr>
          <p:cNvSpPr>
            <a:spLocks noGrp="1"/>
          </p:cNvSpPr>
          <p:nvPr>
            <p:ph type="pic" idx="1"/>
          </p:nvPr>
        </p:nvSpPr>
        <p:spPr>
          <a:xfrm>
            <a:off x="6211229" y="0"/>
            <a:ext cx="5980771" cy="6857999"/>
          </a:xfrm>
          <a:prstGeom prst="rect">
            <a:avLst/>
          </a:prstGeom>
        </p:spPr>
        <p:txBody>
          <a:bodyPr/>
          <a:lstStyle>
            <a:lvl1pPr marL="0" indent="0">
              <a:buNone/>
              <a:defRPr sz="3200" b="0" i="0">
                <a:solidFill>
                  <a:schemeClr val="bg1"/>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9" name="Marcador de texto 37">
            <a:extLst>
              <a:ext uri="{FF2B5EF4-FFF2-40B4-BE49-F238E27FC236}">
                <a16:creationId xmlns:a16="http://schemas.microsoft.com/office/drawing/2014/main" id="{F470E907-620D-614B-6067-86F4A22B178F}"/>
              </a:ext>
            </a:extLst>
          </p:cNvPr>
          <p:cNvSpPr>
            <a:spLocks noGrp="1"/>
          </p:cNvSpPr>
          <p:nvPr>
            <p:ph type="body" sz="quarter" idx="19" hasCustomPrompt="1"/>
          </p:nvPr>
        </p:nvSpPr>
        <p:spPr>
          <a:xfrm>
            <a:off x="609507" y="3355192"/>
            <a:ext cx="3827227" cy="1417002"/>
          </a:xfrm>
          <a:prstGeom prst="rect">
            <a:avLst/>
          </a:prstGeom>
        </p:spPr>
        <p:txBody>
          <a:bodyPr anchor="t"/>
          <a:lstStyle>
            <a:lvl1pPr marL="0" indent="0">
              <a:buNone/>
              <a:defRPr sz="3600" b="1" i="0">
                <a:solidFill>
                  <a:schemeClr val="bg1"/>
                </a:solidFill>
                <a:latin typeface="Arial Narrow" panose="020B0604020202020204" pitchFamily="34" charset="0"/>
              </a:defRPr>
            </a:lvl1pPr>
          </a:lstStyle>
          <a:p>
            <a:pPr lvl="0"/>
            <a:r>
              <a:rPr lang="es-ES"/>
              <a:t>TOPIC</a:t>
            </a:r>
          </a:p>
        </p:txBody>
      </p:sp>
    </p:spTree>
    <p:extLst>
      <p:ext uri="{BB962C8B-B14F-4D97-AF65-F5344CB8AC3E}">
        <p14:creationId xmlns:p14="http://schemas.microsoft.com/office/powerpoint/2010/main" val="37856311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1_Title Blu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DB39130-7E19-92A0-FFED-E92D1AB684AC}"/>
              </a:ext>
            </a:extLst>
          </p:cNvPr>
          <p:cNvGraphicFramePr>
            <a:graphicFrameLocks noChangeAspect="1"/>
          </p:cNvGraphicFramePr>
          <p:nvPr userDrawn="1">
            <p:custDataLst>
              <p:tags r:id="rId1"/>
            </p:custDataLst>
            <p:extLst>
              <p:ext uri="{D42A27DB-BD31-4B8C-83A1-F6EECF244321}">
                <p14:modId xmlns:p14="http://schemas.microsoft.com/office/powerpoint/2010/main" val="4557756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10" name="think-cell data - do not delete" hidden="1">
                        <a:extLst>
                          <a:ext uri="{FF2B5EF4-FFF2-40B4-BE49-F238E27FC236}">
                            <a16:creationId xmlns:a16="http://schemas.microsoft.com/office/drawing/2014/main" id="{ADB39130-7E19-92A0-FFED-E92D1AB684A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2" name="Marcador de texto 12">
            <a:extLst>
              <a:ext uri="{FF2B5EF4-FFF2-40B4-BE49-F238E27FC236}">
                <a16:creationId xmlns:a16="http://schemas.microsoft.com/office/drawing/2014/main" id="{4F791C7A-FE3C-AF01-0C33-8A0C5B3ED6C8}"/>
              </a:ext>
            </a:extLst>
          </p:cNvPr>
          <p:cNvSpPr>
            <a:spLocks noGrp="1"/>
          </p:cNvSpPr>
          <p:nvPr>
            <p:ph type="body" sz="quarter" idx="15" hasCustomPrompt="1"/>
          </p:nvPr>
        </p:nvSpPr>
        <p:spPr>
          <a:xfrm>
            <a:off x="555307" y="339982"/>
            <a:ext cx="11151139" cy="454471"/>
          </a:xfrm>
          <a:prstGeom prst="rect">
            <a:avLst/>
          </a:prstGeom>
        </p:spPr>
        <p:txBody>
          <a:bodyPr/>
          <a:lstStyle>
            <a:lvl1pPr marL="0" indent="0">
              <a:buNone/>
              <a:defRPr sz="3200" b="1" i="0">
                <a:solidFill>
                  <a:srgbClr val="0042ED"/>
                </a:solidFill>
                <a:latin typeface="Arial Narrow" panose="020B0604020202020204" pitchFamily="34" charset="0"/>
              </a:defRPr>
            </a:lvl1pPr>
          </a:lstStyle>
          <a:p>
            <a:pPr lvl="0"/>
            <a:r>
              <a:rPr lang="es-ES"/>
              <a:t>TITLE ALWAYS IN CAPITAL LETTERS</a:t>
            </a:r>
          </a:p>
        </p:txBody>
      </p:sp>
    </p:spTree>
    <p:extLst>
      <p:ext uri="{BB962C8B-B14F-4D97-AF65-F5344CB8AC3E}">
        <p14:creationId xmlns:p14="http://schemas.microsoft.com/office/powerpoint/2010/main" val="38548430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2_Title &amp; Text Blue">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2" name="Marcador de texto 12">
            <a:extLst>
              <a:ext uri="{FF2B5EF4-FFF2-40B4-BE49-F238E27FC236}">
                <a16:creationId xmlns:a16="http://schemas.microsoft.com/office/drawing/2014/main" id="{D3ED31C2-5CB2-8FF1-0A77-2C8ED8DADB25}"/>
              </a:ext>
            </a:extLst>
          </p:cNvPr>
          <p:cNvSpPr>
            <a:spLocks noGrp="1"/>
          </p:cNvSpPr>
          <p:nvPr>
            <p:ph type="body" sz="quarter" idx="25" hasCustomPrompt="1"/>
          </p:nvPr>
        </p:nvSpPr>
        <p:spPr>
          <a:xfrm>
            <a:off x="555307" y="339982"/>
            <a:ext cx="11151139" cy="454471"/>
          </a:xfrm>
          <a:prstGeom prst="rect">
            <a:avLst/>
          </a:prstGeom>
        </p:spPr>
        <p:txBody>
          <a:bodyPr/>
          <a:lstStyle>
            <a:lvl1pPr marL="0" indent="0">
              <a:buNone/>
              <a:defRPr sz="3200" b="1" i="0">
                <a:solidFill>
                  <a:srgbClr val="0042ED"/>
                </a:solidFill>
                <a:latin typeface="Arial Narrow" panose="020B0604020202020204" pitchFamily="34" charset="0"/>
              </a:defRPr>
            </a:lvl1pPr>
          </a:lstStyle>
          <a:p>
            <a:pPr lvl="0"/>
            <a:r>
              <a:rPr lang="es-ES"/>
              <a:t>TITLE ALWAYS IN CAPITAL LETTERS</a:t>
            </a:r>
          </a:p>
        </p:txBody>
      </p:sp>
      <p:sp>
        <p:nvSpPr>
          <p:cNvPr id="3" name="Marcador de texto 4">
            <a:extLst>
              <a:ext uri="{FF2B5EF4-FFF2-40B4-BE49-F238E27FC236}">
                <a16:creationId xmlns:a16="http://schemas.microsoft.com/office/drawing/2014/main" id="{90121B88-D472-CFA5-92DF-6D5C95D6AC05}"/>
              </a:ext>
            </a:extLst>
          </p:cNvPr>
          <p:cNvSpPr>
            <a:spLocks noGrp="1"/>
          </p:cNvSpPr>
          <p:nvPr>
            <p:ph type="body" sz="quarter" idx="26"/>
          </p:nvPr>
        </p:nvSpPr>
        <p:spPr>
          <a:xfrm>
            <a:off x="555625" y="1558184"/>
            <a:ext cx="11150600" cy="4528292"/>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4479397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3_Title &amp; Text Blu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DB39130-7E19-92A0-FFED-E92D1AB684AC}"/>
              </a:ext>
            </a:extLst>
          </p:cNvPr>
          <p:cNvGraphicFramePr>
            <a:graphicFrameLocks noChangeAspect="1"/>
          </p:cNvGraphicFramePr>
          <p:nvPr userDrawn="1">
            <p:custDataLst>
              <p:tags r:id="rId1"/>
            </p:custDataLst>
            <p:extLst>
              <p:ext uri="{D42A27DB-BD31-4B8C-83A1-F6EECF244321}">
                <p14:modId xmlns:p14="http://schemas.microsoft.com/office/powerpoint/2010/main" val="4557756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10" name="think-cell data - do not delete" hidden="1">
                        <a:extLst>
                          <a:ext uri="{FF2B5EF4-FFF2-40B4-BE49-F238E27FC236}">
                            <a16:creationId xmlns:a16="http://schemas.microsoft.com/office/drawing/2014/main" id="{ADB39130-7E19-92A0-FFED-E92D1AB684A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Marcador de texto 4">
            <a:extLst>
              <a:ext uri="{FF2B5EF4-FFF2-40B4-BE49-F238E27FC236}">
                <a16:creationId xmlns:a16="http://schemas.microsoft.com/office/drawing/2014/main" id="{3D2715A0-1CE1-837C-3ED0-F917F704884A}"/>
              </a:ext>
            </a:extLst>
          </p:cNvPr>
          <p:cNvSpPr>
            <a:spLocks noGrp="1"/>
          </p:cNvSpPr>
          <p:nvPr>
            <p:ph type="body" sz="quarter" idx="25"/>
          </p:nvPr>
        </p:nvSpPr>
        <p:spPr>
          <a:xfrm>
            <a:off x="555625" y="1558184"/>
            <a:ext cx="11150600" cy="4528292"/>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9"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7" y="339982"/>
            <a:ext cx="11151139" cy="454471"/>
          </a:xfrm>
          <a:prstGeom prst="rect">
            <a:avLst/>
          </a:prstGeom>
        </p:spPr>
        <p:txBody>
          <a:bodyPr/>
          <a:lstStyle>
            <a:lvl1pPr marL="0" indent="0">
              <a:buNone/>
              <a:defRPr sz="3200" b="1" i="0">
                <a:solidFill>
                  <a:srgbClr val="0042ED"/>
                </a:solidFill>
                <a:latin typeface="Arial Narrow" panose="020B0604020202020204" pitchFamily="34" charset="0"/>
              </a:defRPr>
            </a:lvl1pPr>
          </a:lstStyle>
          <a:p>
            <a:pPr lvl="0"/>
            <a:r>
              <a:rPr lang="es-ES"/>
              <a:t>TITLE ALWAYS IN CAPITAL LETTERS</a:t>
            </a:r>
          </a:p>
        </p:txBody>
      </p:sp>
      <p:sp>
        <p:nvSpPr>
          <p:cNvPr id="2" name="Marcador de texto 2">
            <a:extLst>
              <a:ext uri="{FF2B5EF4-FFF2-40B4-BE49-F238E27FC236}">
                <a16:creationId xmlns:a16="http://schemas.microsoft.com/office/drawing/2014/main" id="{67D4113F-8F47-0E10-85EF-66D4A79B8C4B}"/>
              </a:ext>
            </a:extLst>
          </p:cNvPr>
          <p:cNvSpPr>
            <a:spLocks noGrp="1"/>
          </p:cNvSpPr>
          <p:nvPr>
            <p:ph type="body" sz="quarter" idx="15" hasCustomPrompt="1"/>
          </p:nvPr>
        </p:nvSpPr>
        <p:spPr>
          <a:xfrm>
            <a:off x="555307" y="974785"/>
            <a:ext cx="11151138" cy="537506"/>
          </a:xfrm>
          <a:prstGeom prst="rect">
            <a:avLst/>
          </a:prstGeom>
        </p:spPr>
        <p:txBody>
          <a:bodyPr/>
          <a:lstStyle>
            <a:lvl1pPr marL="0" indent="0">
              <a:buNone/>
              <a:defRPr sz="1800" b="1">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marL="914400" indent="0">
              <a:buNone/>
              <a:defRPr sz="14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s-ES"/>
              <a:t>Text</a:t>
            </a:r>
          </a:p>
        </p:txBody>
      </p:sp>
    </p:spTree>
    <p:extLst>
      <p:ext uri="{BB962C8B-B14F-4D97-AF65-F5344CB8AC3E}">
        <p14:creationId xmlns:p14="http://schemas.microsoft.com/office/powerpoint/2010/main" val="11211467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4_Title &amp; Text Blu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DB39130-7E19-92A0-FFED-E92D1AB684AC}"/>
              </a:ext>
            </a:extLst>
          </p:cNvPr>
          <p:cNvGraphicFramePr>
            <a:graphicFrameLocks noChangeAspect="1"/>
          </p:cNvGraphicFramePr>
          <p:nvPr userDrawn="1">
            <p:custDataLst>
              <p:tags r:id="rId1"/>
            </p:custDataLst>
            <p:extLst>
              <p:ext uri="{D42A27DB-BD31-4B8C-83A1-F6EECF244321}">
                <p14:modId xmlns:p14="http://schemas.microsoft.com/office/powerpoint/2010/main" val="4557756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10" name="think-cell data - do not delete" hidden="1">
                        <a:extLst>
                          <a:ext uri="{FF2B5EF4-FFF2-40B4-BE49-F238E27FC236}">
                            <a16:creationId xmlns:a16="http://schemas.microsoft.com/office/drawing/2014/main" id="{ADB39130-7E19-92A0-FFED-E92D1AB684A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Marcador de texto 4">
            <a:extLst>
              <a:ext uri="{FF2B5EF4-FFF2-40B4-BE49-F238E27FC236}">
                <a16:creationId xmlns:a16="http://schemas.microsoft.com/office/drawing/2014/main" id="{3D2715A0-1CE1-837C-3ED0-F917F704884A}"/>
              </a:ext>
            </a:extLst>
          </p:cNvPr>
          <p:cNvSpPr>
            <a:spLocks noGrp="1"/>
          </p:cNvSpPr>
          <p:nvPr>
            <p:ph type="body" sz="quarter" idx="25"/>
          </p:nvPr>
        </p:nvSpPr>
        <p:spPr>
          <a:xfrm>
            <a:off x="555625" y="1558184"/>
            <a:ext cx="5472000" cy="4528292"/>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3" name="Marcador de texto 4">
            <a:extLst>
              <a:ext uri="{FF2B5EF4-FFF2-40B4-BE49-F238E27FC236}">
                <a16:creationId xmlns:a16="http://schemas.microsoft.com/office/drawing/2014/main" id="{46110C71-7C0D-1FD2-2068-A8A0C1B48270}"/>
              </a:ext>
            </a:extLst>
          </p:cNvPr>
          <p:cNvSpPr>
            <a:spLocks noGrp="1"/>
          </p:cNvSpPr>
          <p:nvPr>
            <p:ph type="body" sz="quarter" idx="26"/>
          </p:nvPr>
        </p:nvSpPr>
        <p:spPr>
          <a:xfrm>
            <a:off x="6234445" y="1558181"/>
            <a:ext cx="5472000" cy="4528293"/>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
        <p:nvSpPr>
          <p:cNvPr id="12" name="Marcador de texto 2">
            <a:extLst>
              <a:ext uri="{FF2B5EF4-FFF2-40B4-BE49-F238E27FC236}">
                <a16:creationId xmlns:a16="http://schemas.microsoft.com/office/drawing/2014/main" id="{952BA8CA-55F1-69FB-E463-526B66CD6454}"/>
              </a:ext>
            </a:extLst>
          </p:cNvPr>
          <p:cNvSpPr>
            <a:spLocks noGrp="1"/>
          </p:cNvSpPr>
          <p:nvPr>
            <p:ph type="body" sz="quarter" idx="27" hasCustomPrompt="1"/>
          </p:nvPr>
        </p:nvSpPr>
        <p:spPr>
          <a:xfrm>
            <a:off x="6234445" y="974785"/>
            <a:ext cx="5472000" cy="537507"/>
          </a:xfrm>
          <a:prstGeom prst="rect">
            <a:avLst/>
          </a:prstGeom>
        </p:spPr>
        <p:txBody>
          <a:bodyPr/>
          <a:lstStyle>
            <a:lvl1pPr marL="0" indent="0">
              <a:buNone/>
              <a:defRPr sz="1800" b="1">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marL="914400" indent="0">
              <a:buNone/>
              <a:defRPr sz="14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s-ES"/>
              <a:t>Text</a:t>
            </a:r>
          </a:p>
        </p:txBody>
      </p:sp>
      <p:sp>
        <p:nvSpPr>
          <p:cNvPr id="13" name="Marcador de texto 12">
            <a:extLst>
              <a:ext uri="{FF2B5EF4-FFF2-40B4-BE49-F238E27FC236}">
                <a16:creationId xmlns:a16="http://schemas.microsoft.com/office/drawing/2014/main" id="{40EC9D3A-3F59-6F25-44CB-5F1B89D3458F}"/>
              </a:ext>
            </a:extLst>
          </p:cNvPr>
          <p:cNvSpPr>
            <a:spLocks noGrp="1"/>
          </p:cNvSpPr>
          <p:nvPr>
            <p:ph type="body" sz="quarter" idx="28" hasCustomPrompt="1"/>
          </p:nvPr>
        </p:nvSpPr>
        <p:spPr>
          <a:xfrm>
            <a:off x="555307" y="339982"/>
            <a:ext cx="11151139" cy="454471"/>
          </a:xfrm>
          <a:prstGeom prst="rect">
            <a:avLst/>
          </a:prstGeom>
        </p:spPr>
        <p:txBody>
          <a:bodyPr/>
          <a:lstStyle>
            <a:lvl1pPr marL="0" indent="0">
              <a:buNone/>
              <a:defRPr sz="3200" b="1" i="0">
                <a:solidFill>
                  <a:srgbClr val="0042ED"/>
                </a:solidFill>
                <a:latin typeface="Arial Narrow" panose="020B0604020202020204" pitchFamily="34" charset="0"/>
              </a:defRPr>
            </a:lvl1pPr>
          </a:lstStyle>
          <a:p>
            <a:pPr lvl="0"/>
            <a:r>
              <a:rPr lang="es-ES"/>
              <a:t>TITLE ALWAYS IN CAPITAL LETTERS</a:t>
            </a:r>
          </a:p>
        </p:txBody>
      </p:sp>
      <p:sp>
        <p:nvSpPr>
          <p:cNvPr id="14" name="Marcador de texto 2">
            <a:extLst>
              <a:ext uri="{FF2B5EF4-FFF2-40B4-BE49-F238E27FC236}">
                <a16:creationId xmlns:a16="http://schemas.microsoft.com/office/drawing/2014/main" id="{801FC758-6A62-984D-53DC-9CFDE810BCA5}"/>
              </a:ext>
            </a:extLst>
          </p:cNvPr>
          <p:cNvSpPr>
            <a:spLocks noGrp="1"/>
          </p:cNvSpPr>
          <p:nvPr>
            <p:ph type="body" sz="quarter" idx="15" hasCustomPrompt="1"/>
          </p:nvPr>
        </p:nvSpPr>
        <p:spPr>
          <a:xfrm>
            <a:off x="555307" y="974785"/>
            <a:ext cx="5472000" cy="537506"/>
          </a:xfrm>
          <a:prstGeom prst="rect">
            <a:avLst/>
          </a:prstGeom>
        </p:spPr>
        <p:txBody>
          <a:bodyPr/>
          <a:lstStyle>
            <a:lvl1pPr marL="0" indent="0">
              <a:buNone/>
              <a:defRPr sz="1800" b="1">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marL="914400" indent="0">
              <a:buNone/>
              <a:defRPr sz="14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s-ES"/>
              <a:t>Text</a:t>
            </a:r>
          </a:p>
        </p:txBody>
      </p:sp>
    </p:spTree>
    <p:extLst>
      <p:ext uri="{BB962C8B-B14F-4D97-AF65-F5344CB8AC3E}">
        <p14:creationId xmlns:p14="http://schemas.microsoft.com/office/powerpoint/2010/main" val="8851860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1_Text emphasi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DB39130-7E19-92A0-FFED-E92D1AB684AC}"/>
              </a:ext>
            </a:extLst>
          </p:cNvPr>
          <p:cNvGraphicFramePr>
            <a:graphicFrameLocks noChangeAspect="1"/>
          </p:cNvGraphicFramePr>
          <p:nvPr userDrawn="1">
            <p:custDataLst>
              <p:tags r:id="rId1"/>
            </p:custDataLst>
            <p:extLst>
              <p:ext uri="{D42A27DB-BD31-4B8C-83A1-F6EECF244321}">
                <p14:modId xmlns:p14="http://schemas.microsoft.com/office/powerpoint/2010/main" val="4557756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10" name="think-cell data - do not delete" hidden="1">
                        <a:extLst>
                          <a:ext uri="{FF2B5EF4-FFF2-40B4-BE49-F238E27FC236}">
                            <a16:creationId xmlns:a16="http://schemas.microsoft.com/office/drawing/2014/main" id="{ADB39130-7E19-92A0-FFED-E92D1AB684A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Marcador de texto 4">
            <a:extLst>
              <a:ext uri="{FF2B5EF4-FFF2-40B4-BE49-F238E27FC236}">
                <a16:creationId xmlns:a16="http://schemas.microsoft.com/office/drawing/2014/main" id="{3D2715A0-1CE1-837C-3ED0-F917F704884A}"/>
              </a:ext>
            </a:extLst>
          </p:cNvPr>
          <p:cNvSpPr>
            <a:spLocks noGrp="1"/>
          </p:cNvSpPr>
          <p:nvPr>
            <p:ph type="body" sz="quarter" idx="25"/>
          </p:nvPr>
        </p:nvSpPr>
        <p:spPr>
          <a:xfrm>
            <a:off x="555625" y="1558184"/>
            <a:ext cx="8435975" cy="4528292"/>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3" name="Rectángulo 2">
            <a:extLst>
              <a:ext uri="{FF2B5EF4-FFF2-40B4-BE49-F238E27FC236}">
                <a16:creationId xmlns:a16="http://schemas.microsoft.com/office/drawing/2014/main" id="{74E38E8D-26C3-7BF9-8B2A-3C8121FF61D0}"/>
              </a:ext>
            </a:extLst>
          </p:cNvPr>
          <p:cNvSpPr/>
          <p:nvPr userDrawn="1"/>
        </p:nvSpPr>
        <p:spPr>
          <a:xfrm>
            <a:off x="9182100" y="974785"/>
            <a:ext cx="3009900" cy="523551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4" name="Marcador de texto 4">
            <a:extLst>
              <a:ext uri="{FF2B5EF4-FFF2-40B4-BE49-F238E27FC236}">
                <a16:creationId xmlns:a16="http://schemas.microsoft.com/office/drawing/2014/main" id="{74A8B940-649A-3B02-65B0-99FCCC529CD2}"/>
              </a:ext>
            </a:extLst>
          </p:cNvPr>
          <p:cNvSpPr>
            <a:spLocks noGrp="1"/>
          </p:cNvSpPr>
          <p:nvPr>
            <p:ph type="body" sz="quarter" idx="26"/>
          </p:nvPr>
        </p:nvSpPr>
        <p:spPr>
          <a:xfrm>
            <a:off x="9391650" y="1138687"/>
            <a:ext cx="2628900" cy="4947789"/>
          </a:xfrm>
          <a:prstGeom prst="rect">
            <a:avLst/>
          </a:prstGeom>
        </p:spPr>
        <p:txBody>
          <a:bodyPr/>
          <a:lstStyle>
            <a:lvl1pPr>
              <a:defRPr sz="1600">
                <a:solidFill>
                  <a:schemeClr val="bg1"/>
                </a:solidFill>
                <a:latin typeface="+mn-lt"/>
              </a:defRPr>
            </a:lvl1pPr>
            <a:lvl2pPr>
              <a:defRPr sz="1400">
                <a:solidFill>
                  <a:schemeClr val="bg1"/>
                </a:solidFill>
                <a:latin typeface="+mn-lt"/>
              </a:defRPr>
            </a:lvl2pPr>
            <a:lvl3pPr>
              <a:defRPr sz="1200">
                <a:solidFill>
                  <a:schemeClr val="bg1"/>
                </a:solidFill>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
        <p:nvSpPr>
          <p:cNvPr id="14" name="Marcador de texto 12">
            <a:extLst>
              <a:ext uri="{FF2B5EF4-FFF2-40B4-BE49-F238E27FC236}">
                <a16:creationId xmlns:a16="http://schemas.microsoft.com/office/drawing/2014/main" id="{22D24435-7F38-5A72-8C85-AD0C9A359691}"/>
              </a:ext>
            </a:extLst>
          </p:cNvPr>
          <p:cNvSpPr>
            <a:spLocks noGrp="1"/>
          </p:cNvSpPr>
          <p:nvPr>
            <p:ph type="body" sz="quarter" idx="27" hasCustomPrompt="1"/>
          </p:nvPr>
        </p:nvSpPr>
        <p:spPr>
          <a:xfrm>
            <a:off x="555307" y="339982"/>
            <a:ext cx="11151139" cy="454471"/>
          </a:xfrm>
          <a:prstGeom prst="rect">
            <a:avLst/>
          </a:prstGeom>
        </p:spPr>
        <p:txBody>
          <a:bodyPr/>
          <a:lstStyle>
            <a:lvl1pPr marL="0" indent="0">
              <a:buNone/>
              <a:defRPr sz="3200" b="1" i="0">
                <a:solidFill>
                  <a:srgbClr val="0042ED"/>
                </a:solidFill>
                <a:latin typeface="Arial Narrow" panose="020B0604020202020204" pitchFamily="34" charset="0"/>
              </a:defRPr>
            </a:lvl1pPr>
          </a:lstStyle>
          <a:p>
            <a:pPr lvl="0"/>
            <a:r>
              <a:rPr lang="es-ES"/>
              <a:t>TITLE ALWAYS IN CAPITAL LETTERS</a:t>
            </a:r>
          </a:p>
        </p:txBody>
      </p:sp>
      <p:sp>
        <p:nvSpPr>
          <p:cNvPr id="15" name="Marcador de texto 2">
            <a:extLst>
              <a:ext uri="{FF2B5EF4-FFF2-40B4-BE49-F238E27FC236}">
                <a16:creationId xmlns:a16="http://schemas.microsoft.com/office/drawing/2014/main" id="{C127F20B-626E-F605-BD60-7118AF31A3BA}"/>
              </a:ext>
            </a:extLst>
          </p:cNvPr>
          <p:cNvSpPr>
            <a:spLocks noGrp="1"/>
          </p:cNvSpPr>
          <p:nvPr>
            <p:ph type="body" sz="quarter" idx="28" hasCustomPrompt="1"/>
          </p:nvPr>
        </p:nvSpPr>
        <p:spPr>
          <a:xfrm>
            <a:off x="555307" y="974785"/>
            <a:ext cx="8435975" cy="537506"/>
          </a:xfrm>
          <a:prstGeom prst="rect">
            <a:avLst/>
          </a:prstGeom>
        </p:spPr>
        <p:txBody>
          <a:bodyPr/>
          <a:lstStyle>
            <a:lvl1pPr marL="0" indent="0">
              <a:buNone/>
              <a:defRPr sz="1800" b="1">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marL="914400" indent="0">
              <a:buNone/>
              <a:defRPr sz="14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s-ES"/>
              <a:t>Text</a:t>
            </a:r>
          </a:p>
        </p:txBody>
      </p:sp>
    </p:spTree>
    <p:extLst>
      <p:ext uri="{BB962C8B-B14F-4D97-AF65-F5344CB8AC3E}">
        <p14:creationId xmlns:p14="http://schemas.microsoft.com/office/powerpoint/2010/main" val="26709535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2_Text emphasi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DB39130-7E19-92A0-FFED-E92D1AB684AC}"/>
              </a:ext>
            </a:extLst>
          </p:cNvPr>
          <p:cNvGraphicFramePr>
            <a:graphicFrameLocks noChangeAspect="1"/>
          </p:cNvGraphicFramePr>
          <p:nvPr userDrawn="1">
            <p:custDataLst>
              <p:tags r:id="rId1"/>
            </p:custDataLst>
            <p:extLst>
              <p:ext uri="{D42A27DB-BD31-4B8C-83A1-F6EECF244321}">
                <p14:modId xmlns:p14="http://schemas.microsoft.com/office/powerpoint/2010/main" val="4557756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10" name="think-cell data - do not delete" hidden="1">
                        <a:extLst>
                          <a:ext uri="{FF2B5EF4-FFF2-40B4-BE49-F238E27FC236}">
                            <a16:creationId xmlns:a16="http://schemas.microsoft.com/office/drawing/2014/main" id="{ADB39130-7E19-92A0-FFED-E92D1AB684A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Marcador de texto 4">
            <a:extLst>
              <a:ext uri="{FF2B5EF4-FFF2-40B4-BE49-F238E27FC236}">
                <a16:creationId xmlns:a16="http://schemas.microsoft.com/office/drawing/2014/main" id="{3D2715A0-1CE1-837C-3ED0-F917F704884A}"/>
              </a:ext>
            </a:extLst>
          </p:cNvPr>
          <p:cNvSpPr>
            <a:spLocks noGrp="1"/>
          </p:cNvSpPr>
          <p:nvPr>
            <p:ph type="body" sz="quarter" idx="25"/>
          </p:nvPr>
        </p:nvSpPr>
        <p:spPr>
          <a:xfrm>
            <a:off x="555625" y="1558184"/>
            <a:ext cx="11150600" cy="2966192"/>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3" name="Rectángulo 2">
            <a:extLst>
              <a:ext uri="{FF2B5EF4-FFF2-40B4-BE49-F238E27FC236}">
                <a16:creationId xmlns:a16="http://schemas.microsoft.com/office/drawing/2014/main" id="{F8D19AC3-0C2B-E3F1-C084-50C7FED3FFFA}"/>
              </a:ext>
            </a:extLst>
          </p:cNvPr>
          <p:cNvSpPr/>
          <p:nvPr userDrawn="1"/>
        </p:nvSpPr>
        <p:spPr>
          <a:xfrm>
            <a:off x="0" y="4698889"/>
            <a:ext cx="12192000" cy="151141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4" name="Marcador de texto 4">
            <a:extLst>
              <a:ext uri="{FF2B5EF4-FFF2-40B4-BE49-F238E27FC236}">
                <a16:creationId xmlns:a16="http://schemas.microsoft.com/office/drawing/2014/main" id="{36D4DF99-69C0-94C2-FC6F-D0CB9C1F0D6A}"/>
              </a:ext>
            </a:extLst>
          </p:cNvPr>
          <p:cNvSpPr>
            <a:spLocks noGrp="1"/>
          </p:cNvSpPr>
          <p:nvPr>
            <p:ph type="body" sz="quarter" idx="26"/>
          </p:nvPr>
        </p:nvSpPr>
        <p:spPr>
          <a:xfrm>
            <a:off x="555625" y="4856163"/>
            <a:ext cx="11150600" cy="1163638"/>
          </a:xfrm>
          <a:prstGeom prst="rect">
            <a:avLst/>
          </a:prstGeom>
        </p:spPr>
        <p:txBody>
          <a:bodyPr/>
          <a:lstStyle>
            <a:lvl1pPr marL="0" indent="0">
              <a:buNone/>
              <a:defRPr sz="1600">
                <a:solidFill>
                  <a:schemeClr val="bg1"/>
                </a:solidFill>
                <a:latin typeface="+mn-lt"/>
              </a:defRPr>
            </a:lvl1pPr>
            <a:lvl2pPr marL="457200" indent="0">
              <a:buNone/>
              <a:defRPr sz="1400">
                <a:latin typeface="+mn-lt"/>
              </a:defRPr>
            </a:lvl2pPr>
            <a:lvl3pPr marL="914400" indent="0">
              <a:buNone/>
              <a:defRPr sz="1200">
                <a:latin typeface="+mn-lt"/>
              </a:defRPr>
            </a:lvl3pPr>
            <a:lvl4pPr>
              <a:defRPr>
                <a:latin typeface="+mn-lt"/>
              </a:defRPr>
            </a:lvl4pPr>
            <a:lvl5pPr>
              <a:defRPr>
                <a:latin typeface="+mn-lt"/>
              </a:defRPr>
            </a:lvl5pPr>
          </a:lstStyle>
          <a:p>
            <a:pPr lvl="0"/>
            <a:r>
              <a:rPr lang="es-ES"/>
              <a:t>Haga clic para modificar los estilos de texto del patrón</a:t>
            </a:r>
          </a:p>
        </p:txBody>
      </p:sp>
      <p:sp>
        <p:nvSpPr>
          <p:cNvPr id="11" name="Marcador de texto 12">
            <a:extLst>
              <a:ext uri="{FF2B5EF4-FFF2-40B4-BE49-F238E27FC236}">
                <a16:creationId xmlns:a16="http://schemas.microsoft.com/office/drawing/2014/main" id="{2122439D-C182-894A-B2EC-68F50E8BC9D0}"/>
              </a:ext>
            </a:extLst>
          </p:cNvPr>
          <p:cNvSpPr>
            <a:spLocks noGrp="1"/>
          </p:cNvSpPr>
          <p:nvPr>
            <p:ph type="body" sz="quarter" idx="27" hasCustomPrompt="1"/>
          </p:nvPr>
        </p:nvSpPr>
        <p:spPr>
          <a:xfrm>
            <a:off x="555307" y="339982"/>
            <a:ext cx="11151139" cy="454471"/>
          </a:xfrm>
          <a:prstGeom prst="rect">
            <a:avLst/>
          </a:prstGeom>
        </p:spPr>
        <p:txBody>
          <a:bodyPr/>
          <a:lstStyle>
            <a:lvl1pPr marL="0" indent="0">
              <a:buNone/>
              <a:defRPr sz="3200" b="1" i="0">
                <a:solidFill>
                  <a:srgbClr val="0042ED"/>
                </a:solidFill>
                <a:latin typeface="Arial Narrow" panose="020B0604020202020204" pitchFamily="34" charset="0"/>
              </a:defRPr>
            </a:lvl1pPr>
          </a:lstStyle>
          <a:p>
            <a:pPr lvl="0"/>
            <a:r>
              <a:rPr lang="es-ES"/>
              <a:t>TITLE ALWAYS IN CAPITAL LETTERS</a:t>
            </a:r>
          </a:p>
        </p:txBody>
      </p:sp>
      <p:sp>
        <p:nvSpPr>
          <p:cNvPr id="12" name="Marcador de texto 2">
            <a:extLst>
              <a:ext uri="{FF2B5EF4-FFF2-40B4-BE49-F238E27FC236}">
                <a16:creationId xmlns:a16="http://schemas.microsoft.com/office/drawing/2014/main" id="{C06AF79A-03C8-F002-588F-4A5764D75628}"/>
              </a:ext>
            </a:extLst>
          </p:cNvPr>
          <p:cNvSpPr>
            <a:spLocks noGrp="1"/>
          </p:cNvSpPr>
          <p:nvPr>
            <p:ph type="body" sz="quarter" idx="28" hasCustomPrompt="1"/>
          </p:nvPr>
        </p:nvSpPr>
        <p:spPr>
          <a:xfrm>
            <a:off x="555307" y="974785"/>
            <a:ext cx="11150600" cy="537506"/>
          </a:xfrm>
          <a:prstGeom prst="rect">
            <a:avLst/>
          </a:prstGeom>
        </p:spPr>
        <p:txBody>
          <a:bodyPr/>
          <a:lstStyle>
            <a:lvl1pPr marL="0" indent="0">
              <a:buNone/>
              <a:defRPr sz="1800" b="1">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marL="914400" indent="0">
              <a:buNone/>
              <a:defRPr sz="14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s-ES"/>
              <a:t>Text</a:t>
            </a:r>
          </a:p>
        </p:txBody>
      </p:sp>
    </p:spTree>
    <p:extLst>
      <p:ext uri="{BB962C8B-B14F-4D97-AF65-F5344CB8AC3E}">
        <p14:creationId xmlns:p14="http://schemas.microsoft.com/office/powerpoint/2010/main" val="38027051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3_Text emphasi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DB39130-7E19-92A0-FFED-E92D1AB684AC}"/>
              </a:ext>
            </a:extLst>
          </p:cNvPr>
          <p:cNvGraphicFramePr>
            <a:graphicFrameLocks noChangeAspect="1"/>
          </p:cNvGraphicFramePr>
          <p:nvPr userDrawn="1">
            <p:custDataLst>
              <p:tags r:id="rId1"/>
            </p:custDataLst>
            <p:extLst>
              <p:ext uri="{D42A27DB-BD31-4B8C-83A1-F6EECF244321}">
                <p14:modId xmlns:p14="http://schemas.microsoft.com/office/powerpoint/2010/main" val="4557756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10" name="think-cell data - do not delete" hidden="1">
                        <a:extLst>
                          <a:ext uri="{FF2B5EF4-FFF2-40B4-BE49-F238E27FC236}">
                            <a16:creationId xmlns:a16="http://schemas.microsoft.com/office/drawing/2014/main" id="{ADB39130-7E19-92A0-FFED-E92D1AB684A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Marcador de texto 4">
            <a:extLst>
              <a:ext uri="{FF2B5EF4-FFF2-40B4-BE49-F238E27FC236}">
                <a16:creationId xmlns:a16="http://schemas.microsoft.com/office/drawing/2014/main" id="{3D2715A0-1CE1-837C-3ED0-F917F704884A}"/>
              </a:ext>
            </a:extLst>
          </p:cNvPr>
          <p:cNvSpPr>
            <a:spLocks noGrp="1"/>
          </p:cNvSpPr>
          <p:nvPr>
            <p:ph type="body" sz="quarter" idx="25"/>
          </p:nvPr>
        </p:nvSpPr>
        <p:spPr>
          <a:xfrm>
            <a:off x="555625" y="1558184"/>
            <a:ext cx="8435975" cy="4528292"/>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3" name="Rectángulo 2">
            <a:extLst>
              <a:ext uri="{FF2B5EF4-FFF2-40B4-BE49-F238E27FC236}">
                <a16:creationId xmlns:a16="http://schemas.microsoft.com/office/drawing/2014/main" id="{74E38E8D-26C3-7BF9-8B2A-3C8121FF61D0}"/>
              </a:ext>
            </a:extLst>
          </p:cNvPr>
          <p:cNvSpPr/>
          <p:nvPr userDrawn="1"/>
        </p:nvSpPr>
        <p:spPr>
          <a:xfrm>
            <a:off x="9182100" y="974785"/>
            <a:ext cx="3009900" cy="523551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4" name="Marcador de texto 4">
            <a:extLst>
              <a:ext uri="{FF2B5EF4-FFF2-40B4-BE49-F238E27FC236}">
                <a16:creationId xmlns:a16="http://schemas.microsoft.com/office/drawing/2014/main" id="{74A8B940-649A-3B02-65B0-99FCCC529CD2}"/>
              </a:ext>
            </a:extLst>
          </p:cNvPr>
          <p:cNvSpPr>
            <a:spLocks noGrp="1"/>
          </p:cNvSpPr>
          <p:nvPr>
            <p:ph type="body" sz="quarter" idx="26"/>
          </p:nvPr>
        </p:nvSpPr>
        <p:spPr>
          <a:xfrm>
            <a:off x="9391650" y="1138687"/>
            <a:ext cx="2628900" cy="4947789"/>
          </a:xfrm>
          <a:prstGeom prst="rect">
            <a:avLst/>
          </a:prstGeom>
        </p:spPr>
        <p:txBody>
          <a:bodyPr/>
          <a:lstStyle>
            <a:lvl1pPr>
              <a:defRPr sz="1600">
                <a:solidFill>
                  <a:sysClr val="windowText" lastClr="000000"/>
                </a:solidFill>
                <a:latin typeface="+mn-lt"/>
              </a:defRPr>
            </a:lvl1pPr>
            <a:lvl2pPr>
              <a:defRPr sz="1400">
                <a:solidFill>
                  <a:sysClr val="windowText" lastClr="000000"/>
                </a:solidFill>
                <a:latin typeface="+mn-lt"/>
              </a:defRPr>
            </a:lvl2pPr>
            <a:lvl3pPr>
              <a:defRPr sz="1200">
                <a:solidFill>
                  <a:sysClr val="windowText" lastClr="000000"/>
                </a:solidFill>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
        <p:nvSpPr>
          <p:cNvPr id="14" name="Marcador de texto 12">
            <a:extLst>
              <a:ext uri="{FF2B5EF4-FFF2-40B4-BE49-F238E27FC236}">
                <a16:creationId xmlns:a16="http://schemas.microsoft.com/office/drawing/2014/main" id="{22D24435-7F38-5A72-8C85-AD0C9A359691}"/>
              </a:ext>
            </a:extLst>
          </p:cNvPr>
          <p:cNvSpPr>
            <a:spLocks noGrp="1"/>
          </p:cNvSpPr>
          <p:nvPr>
            <p:ph type="body" sz="quarter" idx="27" hasCustomPrompt="1"/>
          </p:nvPr>
        </p:nvSpPr>
        <p:spPr>
          <a:xfrm>
            <a:off x="555307" y="339982"/>
            <a:ext cx="11151139" cy="454471"/>
          </a:xfrm>
          <a:prstGeom prst="rect">
            <a:avLst/>
          </a:prstGeom>
        </p:spPr>
        <p:txBody>
          <a:bodyPr/>
          <a:lstStyle>
            <a:lvl1pPr marL="0" indent="0">
              <a:buNone/>
              <a:defRPr sz="3200" b="1" i="0">
                <a:solidFill>
                  <a:sysClr val="windowText" lastClr="000000"/>
                </a:solidFill>
                <a:latin typeface="Arial Narrow" panose="020B0604020202020204" pitchFamily="34" charset="0"/>
              </a:defRPr>
            </a:lvl1pPr>
          </a:lstStyle>
          <a:p>
            <a:pPr lvl="0"/>
            <a:r>
              <a:rPr lang="es-ES"/>
              <a:t>TITLE ALWAYS IN CAPITAL LETTERS</a:t>
            </a:r>
          </a:p>
        </p:txBody>
      </p:sp>
      <p:sp>
        <p:nvSpPr>
          <p:cNvPr id="15" name="Marcador de texto 2">
            <a:extLst>
              <a:ext uri="{FF2B5EF4-FFF2-40B4-BE49-F238E27FC236}">
                <a16:creationId xmlns:a16="http://schemas.microsoft.com/office/drawing/2014/main" id="{C127F20B-626E-F605-BD60-7118AF31A3BA}"/>
              </a:ext>
            </a:extLst>
          </p:cNvPr>
          <p:cNvSpPr>
            <a:spLocks noGrp="1"/>
          </p:cNvSpPr>
          <p:nvPr>
            <p:ph type="body" sz="quarter" idx="28" hasCustomPrompt="1"/>
          </p:nvPr>
        </p:nvSpPr>
        <p:spPr>
          <a:xfrm>
            <a:off x="555307" y="974785"/>
            <a:ext cx="8435975" cy="537506"/>
          </a:xfrm>
          <a:prstGeom prst="rect">
            <a:avLst/>
          </a:prstGeom>
        </p:spPr>
        <p:txBody>
          <a:bodyPr/>
          <a:lstStyle>
            <a:lvl1pPr marL="0" indent="0">
              <a:buNone/>
              <a:defRPr sz="1800" b="1">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marL="914400" indent="0">
              <a:buNone/>
              <a:defRPr sz="14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s-ES"/>
              <a:t>Text</a:t>
            </a:r>
          </a:p>
        </p:txBody>
      </p:sp>
    </p:spTree>
    <p:extLst>
      <p:ext uri="{BB962C8B-B14F-4D97-AF65-F5344CB8AC3E}">
        <p14:creationId xmlns:p14="http://schemas.microsoft.com/office/powerpoint/2010/main" val="9957356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4_Text emphasi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DB39130-7E19-92A0-FFED-E92D1AB684AC}"/>
              </a:ext>
            </a:extLst>
          </p:cNvPr>
          <p:cNvGraphicFramePr>
            <a:graphicFrameLocks noChangeAspect="1"/>
          </p:cNvGraphicFramePr>
          <p:nvPr userDrawn="1">
            <p:custDataLst>
              <p:tags r:id="rId1"/>
            </p:custDataLst>
            <p:extLst>
              <p:ext uri="{D42A27DB-BD31-4B8C-83A1-F6EECF244321}">
                <p14:modId xmlns:p14="http://schemas.microsoft.com/office/powerpoint/2010/main" val="4557756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10" name="think-cell data - do not delete" hidden="1">
                        <a:extLst>
                          <a:ext uri="{FF2B5EF4-FFF2-40B4-BE49-F238E27FC236}">
                            <a16:creationId xmlns:a16="http://schemas.microsoft.com/office/drawing/2014/main" id="{ADB39130-7E19-92A0-FFED-E92D1AB684A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Marcador de texto 4">
            <a:extLst>
              <a:ext uri="{FF2B5EF4-FFF2-40B4-BE49-F238E27FC236}">
                <a16:creationId xmlns:a16="http://schemas.microsoft.com/office/drawing/2014/main" id="{3D2715A0-1CE1-837C-3ED0-F917F704884A}"/>
              </a:ext>
            </a:extLst>
          </p:cNvPr>
          <p:cNvSpPr>
            <a:spLocks noGrp="1"/>
          </p:cNvSpPr>
          <p:nvPr>
            <p:ph type="body" sz="quarter" idx="25"/>
          </p:nvPr>
        </p:nvSpPr>
        <p:spPr>
          <a:xfrm>
            <a:off x="555625" y="1558184"/>
            <a:ext cx="11150600" cy="2966192"/>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3" name="Rectángulo 2">
            <a:extLst>
              <a:ext uri="{FF2B5EF4-FFF2-40B4-BE49-F238E27FC236}">
                <a16:creationId xmlns:a16="http://schemas.microsoft.com/office/drawing/2014/main" id="{F8D19AC3-0C2B-E3F1-C084-50C7FED3FFFA}"/>
              </a:ext>
            </a:extLst>
          </p:cNvPr>
          <p:cNvSpPr/>
          <p:nvPr userDrawn="1"/>
        </p:nvSpPr>
        <p:spPr>
          <a:xfrm>
            <a:off x="0" y="4698889"/>
            <a:ext cx="12192000" cy="1511411"/>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4" name="Marcador de texto 4">
            <a:extLst>
              <a:ext uri="{FF2B5EF4-FFF2-40B4-BE49-F238E27FC236}">
                <a16:creationId xmlns:a16="http://schemas.microsoft.com/office/drawing/2014/main" id="{36D4DF99-69C0-94C2-FC6F-D0CB9C1F0D6A}"/>
              </a:ext>
            </a:extLst>
          </p:cNvPr>
          <p:cNvSpPr>
            <a:spLocks noGrp="1"/>
          </p:cNvSpPr>
          <p:nvPr>
            <p:ph type="body" sz="quarter" idx="26"/>
          </p:nvPr>
        </p:nvSpPr>
        <p:spPr>
          <a:xfrm>
            <a:off x="555625" y="4856163"/>
            <a:ext cx="11150600" cy="1163638"/>
          </a:xfrm>
          <a:prstGeom prst="rect">
            <a:avLst/>
          </a:prstGeom>
        </p:spPr>
        <p:txBody>
          <a:bodyPr/>
          <a:lstStyle>
            <a:lvl1pPr marL="0" indent="0">
              <a:buNone/>
              <a:defRPr sz="1600">
                <a:solidFill>
                  <a:sysClr val="windowText" lastClr="000000"/>
                </a:solidFill>
                <a:latin typeface="+mn-lt"/>
              </a:defRPr>
            </a:lvl1pPr>
            <a:lvl2pPr marL="457200" indent="0">
              <a:buNone/>
              <a:defRPr sz="1400">
                <a:latin typeface="+mn-lt"/>
              </a:defRPr>
            </a:lvl2pPr>
            <a:lvl3pPr marL="914400" indent="0">
              <a:buNone/>
              <a:defRPr sz="1200">
                <a:latin typeface="+mn-lt"/>
              </a:defRPr>
            </a:lvl3pPr>
            <a:lvl4pPr>
              <a:defRPr>
                <a:latin typeface="+mn-lt"/>
              </a:defRPr>
            </a:lvl4pPr>
            <a:lvl5pPr>
              <a:defRPr>
                <a:latin typeface="+mn-lt"/>
              </a:defRPr>
            </a:lvl5pPr>
          </a:lstStyle>
          <a:p>
            <a:pPr lvl="0"/>
            <a:r>
              <a:rPr lang="es-ES"/>
              <a:t>Haga clic para modificar los estilos de texto del patrón</a:t>
            </a:r>
          </a:p>
        </p:txBody>
      </p:sp>
      <p:sp>
        <p:nvSpPr>
          <p:cNvPr id="11" name="Marcador de texto 12">
            <a:extLst>
              <a:ext uri="{FF2B5EF4-FFF2-40B4-BE49-F238E27FC236}">
                <a16:creationId xmlns:a16="http://schemas.microsoft.com/office/drawing/2014/main" id="{2122439D-C182-894A-B2EC-68F50E8BC9D0}"/>
              </a:ext>
            </a:extLst>
          </p:cNvPr>
          <p:cNvSpPr>
            <a:spLocks noGrp="1"/>
          </p:cNvSpPr>
          <p:nvPr>
            <p:ph type="body" sz="quarter" idx="27" hasCustomPrompt="1"/>
          </p:nvPr>
        </p:nvSpPr>
        <p:spPr>
          <a:xfrm>
            <a:off x="555307" y="339982"/>
            <a:ext cx="11151139" cy="454471"/>
          </a:xfrm>
          <a:prstGeom prst="rect">
            <a:avLst/>
          </a:prstGeom>
        </p:spPr>
        <p:txBody>
          <a:bodyPr/>
          <a:lstStyle>
            <a:lvl1pPr marL="0" indent="0">
              <a:buNone/>
              <a:defRPr sz="3200" b="1" i="0">
                <a:solidFill>
                  <a:sysClr val="windowText" lastClr="000000"/>
                </a:solidFill>
                <a:latin typeface="Arial Narrow" panose="020B0604020202020204" pitchFamily="34" charset="0"/>
              </a:defRPr>
            </a:lvl1pPr>
          </a:lstStyle>
          <a:p>
            <a:pPr lvl="0"/>
            <a:r>
              <a:rPr lang="es-ES"/>
              <a:t>TITLE ALWAYS IN CAPITAL LETTERS</a:t>
            </a:r>
          </a:p>
        </p:txBody>
      </p:sp>
      <p:sp>
        <p:nvSpPr>
          <p:cNvPr id="12" name="Marcador de texto 2">
            <a:extLst>
              <a:ext uri="{FF2B5EF4-FFF2-40B4-BE49-F238E27FC236}">
                <a16:creationId xmlns:a16="http://schemas.microsoft.com/office/drawing/2014/main" id="{C06AF79A-03C8-F002-588F-4A5764D75628}"/>
              </a:ext>
            </a:extLst>
          </p:cNvPr>
          <p:cNvSpPr>
            <a:spLocks noGrp="1"/>
          </p:cNvSpPr>
          <p:nvPr>
            <p:ph type="body" sz="quarter" idx="28" hasCustomPrompt="1"/>
          </p:nvPr>
        </p:nvSpPr>
        <p:spPr>
          <a:xfrm>
            <a:off x="555307" y="974785"/>
            <a:ext cx="11150600" cy="537506"/>
          </a:xfrm>
          <a:prstGeom prst="rect">
            <a:avLst/>
          </a:prstGeom>
        </p:spPr>
        <p:txBody>
          <a:bodyPr/>
          <a:lstStyle>
            <a:lvl1pPr marL="0" indent="0">
              <a:buNone/>
              <a:defRPr sz="1800" b="1">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marL="914400" indent="0">
              <a:buNone/>
              <a:defRPr sz="14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s-ES"/>
              <a:t>Text</a:t>
            </a:r>
          </a:p>
        </p:txBody>
      </p:sp>
    </p:spTree>
    <p:extLst>
      <p:ext uri="{BB962C8B-B14F-4D97-AF65-F5344CB8AC3E}">
        <p14:creationId xmlns:p14="http://schemas.microsoft.com/office/powerpoint/2010/main" val="532075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5_Text emphasi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DB39130-7E19-92A0-FFED-E92D1AB684AC}"/>
              </a:ext>
            </a:extLst>
          </p:cNvPr>
          <p:cNvGraphicFramePr>
            <a:graphicFrameLocks noChangeAspect="1"/>
          </p:cNvGraphicFramePr>
          <p:nvPr userDrawn="1">
            <p:custDataLst>
              <p:tags r:id="rId1"/>
            </p:custDataLst>
            <p:extLst>
              <p:ext uri="{D42A27DB-BD31-4B8C-83A1-F6EECF244321}">
                <p14:modId xmlns:p14="http://schemas.microsoft.com/office/powerpoint/2010/main" val="4557756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10" name="think-cell data - do not delete" hidden="1">
                        <a:extLst>
                          <a:ext uri="{FF2B5EF4-FFF2-40B4-BE49-F238E27FC236}">
                            <a16:creationId xmlns:a16="http://schemas.microsoft.com/office/drawing/2014/main" id="{ADB39130-7E19-92A0-FFED-E92D1AB684A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Marcador de texto 4">
            <a:extLst>
              <a:ext uri="{FF2B5EF4-FFF2-40B4-BE49-F238E27FC236}">
                <a16:creationId xmlns:a16="http://schemas.microsoft.com/office/drawing/2014/main" id="{3D2715A0-1CE1-837C-3ED0-F917F704884A}"/>
              </a:ext>
            </a:extLst>
          </p:cNvPr>
          <p:cNvSpPr>
            <a:spLocks noGrp="1"/>
          </p:cNvSpPr>
          <p:nvPr>
            <p:ph type="body" sz="quarter" idx="25"/>
          </p:nvPr>
        </p:nvSpPr>
        <p:spPr>
          <a:xfrm>
            <a:off x="555625" y="1558184"/>
            <a:ext cx="8435975" cy="4528292"/>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3" name="Rectángulo 2">
            <a:extLst>
              <a:ext uri="{FF2B5EF4-FFF2-40B4-BE49-F238E27FC236}">
                <a16:creationId xmlns:a16="http://schemas.microsoft.com/office/drawing/2014/main" id="{74E38E8D-26C3-7BF9-8B2A-3C8121FF61D0}"/>
              </a:ext>
            </a:extLst>
          </p:cNvPr>
          <p:cNvSpPr/>
          <p:nvPr userDrawn="1"/>
        </p:nvSpPr>
        <p:spPr>
          <a:xfrm>
            <a:off x="9182100" y="974785"/>
            <a:ext cx="3009900" cy="523551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4" name="Marcador de texto 4">
            <a:extLst>
              <a:ext uri="{FF2B5EF4-FFF2-40B4-BE49-F238E27FC236}">
                <a16:creationId xmlns:a16="http://schemas.microsoft.com/office/drawing/2014/main" id="{74A8B940-649A-3B02-65B0-99FCCC529CD2}"/>
              </a:ext>
            </a:extLst>
          </p:cNvPr>
          <p:cNvSpPr>
            <a:spLocks noGrp="1"/>
          </p:cNvSpPr>
          <p:nvPr>
            <p:ph type="body" sz="quarter" idx="26"/>
          </p:nvPr>
        </p:nvSpPr>
        <p:spPr>
          <a:xfrm>
            <a:off x="9391650" y="1138687"/>
            <a:ext cx="2628900" cy="4947789"/>
          </a:xfrm>
          <a:prstGeom prst="rect">
            <a:avLst/>
          </a:prstGeom>
        </p:spPr>
        <p:txBody>
          <a:bodyPr/>
          <a:lstStyle>
            <a:lvl1pPr>
              <a:defRPr sz="1600">
                <a:solidFill>
                  <a:sysClr val="windowText" lastClr="000000"/>
                </a:solidFill>
                <a:latin typeface="+mn-lt"/>
              </a:defRPr>
            </a:lvl1pPr>
            <a:lvl2pPr>
              <a:defRPr sz="1400">
                <a:solidFill>
                  <a:sysClr val="windowText" lastClr="000000"/>
                </a:solidFill>
                <a:latin typeface="+mn-lt"/>
              </a:defRPr>
            </a:lvl2pPr>
            <a:lvl3pPr>
              <a:defRPr sz="1200">
                <a:solidFill>
                  <a:sysClr val="windowText" lastClr="000000"/>
                </a:solidFill>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
        <p:nvSpPr>
          <p:cNvPr id="14" name="Marcador de texto 12">
            <a:extLst>
              <a:ext uri="{FF2B5EF4-FFF2-40B4-BE49-F238E27FC236}">
                <a16:creationId xmlns:a16="http://schemas.microsoft.com/office/drawing/2014/main" id="{22D24435-7F38-5A72-8C85-AD0C9A359691}"/>
              </a:ext>
            </a:extLst>
          </p:cNvPr>
          <p:cNvSpPr>
            <a:spLocks noGrp="1"/>
          </p:cNvSpPr>
          <p:nvPr>
            <p:ph type="body" sz="quarter" idx="27" hasCustomPrompt="1"/>
          </p:nvPr>
        </p:nvSpPr>
        <p:spPr>
          <a:xfrm>
            <a:off x="555307" y="339982"/>
            <a:ext cx="11151139" cy="454471"/>
          </a:xfrm>
          <a:prstGeom prst="rect">
            <a:avLst/>
          </a:prstGeom>
        </p:spPr>
        <p:txBody>
          <a:bodyPr/>
          <a:lstStyle>
            <a:lvl1pPr marL="0" indent="0">
              <a:buNone/>
              <a:defRPr sz="3200" b="1" i="0">
                <a:solidFill>
                  <a:sysClr val="windowText" lastClr="000000"/>
                </a:solidFill>
                <a:latin typeface="Arial Narrow" panose="020B0604020202020204" pitchFamily="34" charset="0"/>
              </a:defRPr>
            </a:lvl1pPr>
          </a:lstStyle>
          <a:p>
            <a:pPr lvl="0"/>
            <a:r>
              <a:rPr lang="es-ES"/>
              <a:t>TITLE ALWAYS IN CAPITAL LETTERS</a:t>
            </a:r>
          </a:p>
        </p:txBody>
      </p:sp>
      <p:sp>
        <p:nvSpPr>
          <p:cNvPr id="15" name="Marcador de texto 2">
            <a:extLst>
              <a:ext uri="{FF2B5EF4-FFF2-40B4-BE49-F238E27FC236}">
                <a16:creationId xmlns:a16="http://schemas.microsoft.com/office/drawing/2014/main" id="{C127F20B-626E-F605-BD60-7118AF31A3BA}"/>
              </a:ext>
            </a:extLst>
          </p:cNvPr>
          <p:cNvSpPr>
            <a:spLocks noGrp="1"/>
          </p:cNvSpPr>
          <p:nvPr>
            <p:ph type="body" sz="quarter" idx="28" hasCustomPrompt="1"/>
          </p:nvPr>
        </p:nvSpPr>
        <p:spPr>
          <a:xfrm>
            <a:off x="555307" y="974785"/>
            <a:ext cx="8435975" cy="537506"/>
          </a:xfrm>
          <a:prstGeom prst="rect">
            <a:avLst/>
          </a:prstGeom>
        </p:spPr>
        <p:txBody>
          <a:bodyPr/>
          <a:lstStyle>
            <a:lvl1pPr marL="0" indent="0">
              <a:buNone/>
              <a:defRPr sz="1800" b="1">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marL="914400" indent="0">
              <a:buNone/>
              <a:defRPr sz="14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s-ES"/>
              <a:t>Text</a:t>
            </a:r>
          </a:p>
        </p:txBody>
      </p:sp>
    </p:spTree>
    <p:extLst>
      <p:ext uri="{BB962C8B-B14F-4D97-AF65-F5344CB8AC3E}">
        <p14:creationId xmlns:p14="http://schemas.microsoft.com/office/powerpoint/2010/main" val="846175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6_Text emphasi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DB39130-7E19-92A0-FFED-E92D1AB684AC}"/>
              </a:ext>
            </a:extLst>
          </p:cNvPr>
          <p:cNvGraphicFramePr>
            <a:graphicFrameLocks noChangeAspect="1"/>
          </p:cNvGraphicFramePr>
          <p:nvPr userDrawn="1">
            <p:custDataLst>
              <p:tags r:id="rId1"/>
            </p:custDataLst>
            <p:extLst>
              <p:ext uri="{D42A27DB-BD31-4B8C-83A1-F6EECF244321}">
                <p14:modId xmlns:p14="http://schemas.microsoft.com/office/powerpoint/2010/main" val="4557756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10" name="think-cell data - do not delete" hidden="1">
                        <a:extLst>
                          <a:ext uri="{FF2B5EF4-FFF2-40B4-BE49-F238E27FC236}">
                            <a16:creationId xmlns:a16="http://schemas.microsoft.com/office/drawing/2014/main" id="{ADB39130-7E19-92A0-FFED-E92D1AB684A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Marcador de texto 4">
            <a:extLst>
              <a:ext uri="{FF2B5EF4-FFF2-40B4-BE49-F238E27FC236}">
                <a16:creationId xmlns:a16="http://schemas.microsoft.com/office/drawing/2014/main" id="{3D2715A0-1CE1-837C-3ED0-F917F704884A}"/>
              </a:ext>
            </a:extLst>
          </p:cNvPr>
          <p:cNvSpPr>
            <a:spLocks noGrp="1"/>
          </p:cNvSpPr>
          <p:nvPr>
            <p:ph type="body" sz="quarter" idx="25"/>
          </p:nvPr>
        </p:nvSpPr>
        <p:spPr>
          <a:xfrm>
            <a:off x="555625" y="1558184"/>
            <a:ext cx="11150600" cy="2966192"/>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3" name="Rectángulo 2">
            <a:extLst>
              <a:ext uri="{FF2B5EF4-FFF2-40B4-BE49-F238E27FC236}">
                <a16:creationId xmlns:a16="http://schemas.microsoft.com/office/drawing/2014/main" id="{F8D19AC3-0C2B-E3F1-C084-50C7FED3FFFA}"/>
              </a:ext>
            </a:extLst>
          </p:cNvPr>
          <p:cNvSpPr/>
          <p:nvPr userDrawn="1"/>
        </p:nvSpPr>
        <p:spPr>
          <a:xfrm>
            <a:off x="0" y="4698889"/>
            <a:ext cx="12192000" cy="15114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4" name="Marcador de texto 4">
            <a:extLst>
              <a:ext uri="{FF2B5EF4-FFF2-40B4-BE49-F238E27FC236}">
                <a16:creationId xmlns:a16="http://schemas.microsoft.com/office/drawing/2014/main" id="{36D4DF99-69C0-94C2-FC6F-D0CB9C1F0D6A}"/>
              </a:ext>
            </a:extLst>
          </p:cNvPr>
          <p:cNvSpPr>
            <a:spLocks noGrp="1"/>
          </p:cNvSpPr>
          <p:nvPr>
            <p:ph type="body" sz="quarter" idx="26"/>
          </p:nvPr>
        </p:nvSpPr>
        <p:spPr>
          <a:xfrm>
            <a:off x="555625" y="4856163"/>
            <a:ext cx="11150600" cy="1163638"/>
          </a:xfrm>
          <a:prstGeom prst="rect">
            <a:avLst/>
          </a:prstGeom>
        </p:spPr>
        <p:txBody>
          <a:bodyPr/>
          <a:lstStyle>
            <a:lvl1pPr marL="0" indent="0">
              <a:buNone/>
              <a:defRPr sz="1600">
                <a:solidFill>
                  <a:sysClr val="windowText" lastClr="000000"/>
                </a:solidFill>
                <a:latin typeface="+mn-lt"/>
              </a:defRPr>
            </a:lvl1pPr>
            <a:lvl2pPr marL="457200" indent="0">
              <a:buNone/>
              <a:defRPr sz="1400">
                <a:latin typeface="+mn-lt"/>
              </a:defRPr>
            </a:lvl2pPr>
            <a:lvl3pPr marL="914400" indent="0">
              <a:buNone/>
              <a:defRPr sz="1200">
                <a:latin typeface="+mn-lt"/>
              </a:defRPr>
            </a:lvl3pPr>
            <a:lvl4pPr>
              <a:defRPr>
                <a:latin typeface="+mn-lt"/>
              </a:defRPr>
            </a:lvl4pPr>
            <a:lvl5pPr>
              <a:defRPr>
                <a:latin typeface="+mn-lt"/>
              </a:defRPr>
            </a:lvl5pPr>
          </a:lstStyle>
          <a:p>
            <a:pPr lvl="0"/>
            <a:r>
              <a:rPr lang="es-ES"/>
              <a:t>Haga clic para modificar los estilos de texto del patrón</a:t>
            </a:r>
          </a:p>
        </p:txBody>
      </p:sp>
      <p:sp>
        <p:nvSpPr>
          <p:cNvPr id="11" name="Marcador de texto 12">
            <a:extLst>
              <a:ext uri="{FF2B5EF4-FFF2-40B4-BE49-F238E27FC236}">
                <a16:creationId xmlns:a16="http://schemas.microsoft.com/office/drawing/2014/main" id="{2122439D-C182-894A-B2EC-68F50E8BC9D0}"/>
              </a:ext>
            </a:extLst>
          </p:cNvPr>
          <p:cNvSpPr>
            <a:spLocks noGrp="1"/>
          </p:cNvSpPr>
          <p:nvPr>
            <p:ph type="body" sz="quarter" idx="27" hasCustomPrompt="1"/>
          </p:nvPr>
        </p:nvSpPr>
        <p:spPr>
          <a:xfrm>
            <a:off x="555307" y="339982"/>
            <a:ext cx="11151139" cy="454471"/>
          </a:xfrm>
          <a:prstGeom prst="rect">
            <a:avLst/>
          </a:prstGeom>
        </p:spPr>
        <p:txBody>
          <a:bodyPr/>
          <a:lstStyle>
            <a:lvl1pPr marL="0" indent="0">
              <a:buNone/>
              <a:defRPr sz="3200" b="1" i="0">
                <a:solidFill>
                  <a:sysClr val="windowText" lastClr="000000"/>
                </a:solidFill>
                <a:latin typeface="Arial Narrow" panose="020B0604020202020204" pitchFamily="34" charset="0"/>
              </a:defRPr>
            </a:lvl1pPr>
          </a:lstStyle>
          <a:p>
            <a:pPr lvl="0"/>
            <a:r>
              <a:rPr lang="es-ES"/>
              <a:t>TITLE ALWAYS IN CAPITAL LETTERS</a:t>
            </a:r>
          </a:p>
        </p:txBody>
      </p:sp>
      <p:sp>
        <p:nvSpPr>
          <p:cNvPr id="12" name="Marcador de texto 2">
            <a:extLst>
              <a:ext uri="{FF2B5EF4-FFF2-40B4-BE49-F238E27FC236}">
                <a16:creationId xmlns:a16="http://schemas.microsoft.com/office/drawing/2014/main" id="{C06AF79A-03C8-F002-588F-4A5764D75628}"/>
              </a:ext>
            </a:extLst>
          </p:cNvPr>
          <p:cNvSpPr>
            <a:spLocks noGrp="1"/>
          </p:cNvSpPr>
          <p:nvPr>
            <p:ph type="body" sz="quarter" idx="28" hasCustomPrompt="1"/>
          </p:nvPr>
        </p:nvSpPr>
        <p:spPr>
          <a:xfrm>
            <a:off x="555307" y="974785"/>
            <a:ext cx="11150600" cy="537506"/>
          </a:xfrm>
          <a:prstGeom prst="rect">
            <a:avLst/>
          </a:prstGeom>
        </p:spPr>
        <p:txBody>
          <a:bodyPr/>
          <a:lstStyle>
            <a:lvl1pPr marL="0" indent="0">
              <a:buNone/>
              <a:defRPr sz="1800" b="1">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marL="914400" indent="0">
              <a:buNone/>
              <a:defRPr sz="14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s-ES"/>
              <a:t>Text</a:t>
            </a:r>
          </a:p>
        </p:txBody>
      </p:sp>
    </p:spTree>
    <p:extLst>
      <p:ext uri="{BB962C8B-B14F-4D97-AF65-F5344CB8AC3E}">
        <p14:creationId xmlns:p14="http://schemas.microsoft.com/office/powerpoint/2010/main" val="20516361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51_Text Black">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6E4F84-5872-0CF6-8798-F5D2100A4B01}"/>
              </a:ext>
            </a:extLst>
          </p:cNvPr>
          <p:cNvGraphicFramePr>
            <a:graphicFrameLocks noChangeAspect="1"/>
          </p:cNvGraphicFramePr>
          <p:nvPr userDrawn="1">
            <p:custDataLst>
              <p:tags r:id="rId1"/>
            </p:custDataLst>
            <p:extLst>
              <p:ext uri="{D42A27DB-BD31-4B8C-83A1-F6EECF244321}">
                <p14:modId xmlns:p14="http://schemas.microsoft.com/office/powerpoint/2010/main" val="12257268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8" name="think-cell data - do not delete" hidden="1">
                        <a:extLst>
                          <a:ext uri="{FF2B5EF4-FFF2-40B4-BE49-F238E27FC236}">
                            <a16:creationId xmlns:a16="http://schemas.microsoft.com/office/drawing/2014/main" id="{F56E4F84-5872-0CF6-8798-F5D2100A4B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1">
            <a:extLst>
              <a:ext uri="{FF2B5EF4-FFF2-40B4-BE49-F238E27FC236}">
                <a16:creationId xmlns:a16="http://schemas.microsoft.com/office/drawing/2014/main" id="{C114EC5B-2EEC-2F5A-DA45-585989C9831A}"/>
              </a:ext>
            </a:extLst>
          </p:cNvPr>
          <p:cNvSpPr/>
          <p:nvPr userDrawn="1"/>
        </p:nvSpPr>
        <p:spPr>
          <a:xfrm>
            <a:off x="4984955" y="0"/>
            <a:ext cx="7207045"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2"/>
                </a:solidFill>
              </a:defRPr>
            </a:lvl1pPr>
          </a:lstStyle>
          <a:p>
            <a:r>
              <a:rPr lang="es-ES" err="1"/>
              <a:t>Proprietary</a:t>
            </a:r>
            <a:r>
              <a:rPr lang="es-ES"/>
              <a:t> </a:t>
            </a:r>
            <a:r>
              <a:rPr lang="es-ES" err="1"/>
              <a:t>Information</a:t>
            </a:r>
            <a:r>
              <a:rPr lang="es-ES"/>
              <a:t> - </a:t>
            </a:r>
            <a:r>
              <a:rPr lang="es-ES" err="1"/>
              <a:t>Confidential</a:t>
            </a:r>
            <a:endParaRPr lang="es-ES"/>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2"/>
                </a:solidFill>
              </a:defRPr>
            </a:lvl1pPr>
          </a:lstStyle>
          <a:p>
            <a:fld id="{FF2CED2D-DE01-CB40-AEF5-C9DD7CD06225}" type="slidenum">
              <a:rPr lang="es-ES" smtClean="0"/>
              <a:pPr/>
              <a:t>‹Nº›</a:t>
            </a:fld>
            <a:endParaRPr lang="es-ES"/>
          </a:p>
        </p:txBody>
      </p:sp>
      <p:sp>
        <p:nvSpPr>
          <p:cNvPr id="3" name="Marcador de texto 16">
            <a:extLst>
              <a:ext uri="{FF2B5EF4-FFF2-40B4-BE49-F238E27FC236}">
                <a16:creationId xmlns:a16="http://schemas.microsoft.com/office/drawing/2014/main" id="{419EBCED-DD09-F1A2-2386-E3C417AB4652}"/>
              </a:ext>
            </a:extLst>
          </p:cNvPr>
          <p:cNvSpPr>
            <a:spLocks noGrp="1"/>
          </p:cNvSpPr>
          <p:nvPr>
            <p:ph type="body" sz="quarter" idx="17"/>
          </p:nvPr>
        </p:nvSpPr>
        <p:spPr>
          <a:xfrm>
            <a:off x="5687454" y="339982"/>
            <a:ext cx="6018991" cy="5709836"/>
          </a:xfrm>
          <a:prstGeom prst="rect">
            <a:avLst/>
          </a:prstGeom>
        </p:spPr>
        <p:txBody>
          <a:bodyPr/>
          <a:lstStyle>
            <a:lvl1pPr>
              <a:defRPr sz="1600" b="0" i="0">
                <a:solidFill>
                  <a:schemeClr val="bg1"/>
                </a:solidFill>
                <a:latin typeface="Arial" panose="020B0604020202020204" pitchFamily="34" charset="0"/>
                <a:cs typeface="Arial" panose="020B0604020202020204" pitchFamily="34" charset="0"/>
              </a:defRPr>
            </a:lvl1pPr>
          </a:lstStyle>
          <a:p>
            <a:pPr lvl="0"/>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s-ES"/>
          </a:p>
          <a:p>
            <a:pPr lvl="0"/>
            <a:endParaRPr lang="es-ES"/>
          </a:p>
          <a:p>
            <a:pPr lvl="0"/>
            <a:endParaRPr lang="es-ES"/>
          </a:p>
          <a:p>
            <a:pPr lvl="0"/>
            <a:endParaRPr lang="es-ES"/>
          </a:p>
        </p:txBody>
      </p:sp>
      <p:sp>
        <p:nvSpPr>
          <p:cNvPr id="9" name="Marcador de número de diapositiva 5">
            <a:extLst>
              <a:ext uri="{FF2B5EF4-FFF2-40B4-BE49-F238E27FC236}">
                <a16:creationId xmlns:a16="http://schemas.microsoft.com/office/drawing/2014/main" id="{569B5B9B-376F-C705-5B0F-9F2F46AF0001}"/>
              </a:ext>
            </a:extLst>
          </p:cNvPr>
          <p:cNvSpPr txBox="1">
            <a:spLocks/>
          </p:cNvSpPr>
          <p:nvPr userDrawn="1"/>
        </p:nvSpPr>
        <p:spPr>
          <a:xfrm>
            <a:off x="10986887" y="6508750"/>
            <a:ext cx="980356" cy="365125"/>
          </a:xfrm>
          <a:prstGeom prst="rect">
            <a:avLst/>
          </a:prstGeom>
        </p:spPr>
        <p:txBody>
          <a:bodyPr vert="horz" lIns="91440" tIns="45720" rIns="91440" bIns="45720" rtlCol="0" anchor="ctr"/>
          <a:lstStyle>
            <a:defPPr>
              <a:defRPr lang="es-ES"/>
            </a:defPPr>
            <a:lvl1pPr marL="0" algn="r" defTabSz="914400" rtl="0" eaLnBrk="1" latinLnBrk="0" hangingPunct="1">
              <a:defRPr sz="900" b="0"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a:p>
        </p:txBody>
      </p:sp>
      <p:sp>
        <p:nvSpPr>
          <p:cNvPr id="10"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8" y="339982"/>
            <a:ext cx="4038594" cy="1179872"/>
          </a:xfrm>
          <a:prstGeom prst="rect">
            <a:avLst/>
          </a:prstGeom>
        </p:spPr>
        <p:txBody>
          <a:bodyPr/>
          <a:lstStyle>
            <a:lvl1pPr marL="0" indent="0">
              <a:buNone/>
              <a:defRPr sz="3200" b="1" i="0">
                <a:solidFill>
                  <a:srgbClr val="0042ED"/>
                </a:solidFill>
                <a:latin typeface="Arial Narrow" panose="020B0604020202020204" pitchFamily="34" charset="0"/>
              </a:defRPr>
            </a:lvl1pPr>
          </a:lstStyle>
          <a:p>
            <a:pPr lvl="0"/>
            <a:r>
              <a:rPr lang="es-ES"/>
              <a:t>TITLE ALWAYS IN CAPITAL LETTERS</a:t>
            </a:r>
          </a:p>
        </p:txBody>
      </p:sp>
      <p:sp>
        <p:nvSpPr>
          <p:cNvPr id="4" name="Marcador de texto 4">
            <a:extLst>
              <a:ext uri="{FF2B5EF4-FFF2-40B4-BE49-F238E27FC236}">
                <a16:creationId xmlns:a16="http://schemas.microsoft.com/office/drawing/2014/main" id="{9CEB46CE-7410-B5C8-F153-CE1B8FBFDB62}"/>
              </a:ext>
            </a:extLst>
          </p:cNvPr>
          <p:cNvSpPr>
            <a:spLocks noGrp="1"/>
          </p:cNvSpPr>
          <p:nvPr>
            <p:ph type="body" sz="quarter" idx="25"/>
          </p:nvPr>
        </p:nvSpPr>
        <p:spPr>
          <a:xfrm>
            <a:off x="555625" y="1558184"/>
            <a:ext cx="4038277" cy="4491634"/>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0941236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61_Text Blu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6E4F84-5872-0CF6-8798-F5D2100A4B01}"/>
              </a:ext>
            </a:extLst>
          </p:cNvPr>
          <p:cNvGraphicFramePr>
            <a:graphicFrameLocks noChangeAspect="1"/>
          </p:cNvGraphicFramePr>
          <p:nvPr userDrawn="1">
            <p:custDataLst>
              <p:tags r:id="rId1"/>
            </p:custDataLst>
            <p:extLst>
              <p:ext uri="{D42A27DB-BD31-4B8C-83A1-F6EECF244321}">
                <p14:modId xmlns:p14="http://schemas.microsoft.com/office/powerpoint/2010/main" val="12257268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8" name="think-cell data - do not delete" hidden="1">
                        <a:extLst>
                          <a:ext uri="{FF2B5EF4-FFF2-40B4-BE49-F238E27FC236}">
                            <a16:creationId xmlns:a16="http://schemas.microsoft.com/office/drawing/2014/main" id="{F56E4F84-5872-0CF6-8798-F5D2100A4B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1">
            <a:extLst>
              <a:ext uri="{FF2B5EF4-FFF2-40B4-BE49-F238E27FC236}">
                <a16:creationId xmlns:a16="http://schemas.microsoft.com/office/drawing/2014/main" id="{C114EC5B-2EEC-2F5A-DA45-585989C9831A}"/>
              </a:ext>
            </a:extLst>
          </p:cNvPr>
          <p:cNvSpPr/>
          <p:nvPr userDrawn="1"/>
        </p:nvSpPr>
        <p:spPr>
          <a:xfrm>
            <a:off x="4984955" y="0"/>
            <a:ext cx="720704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2"/>
                </a:solidFill>
              </a:defRPr>
            </a:lvl1pPr>
          </a:lstStyle>
          <a:p>
            <a:r>
              <a:rPr lang="es-ES" err="1"/>
              <a:t>Proprietary</a:t>
            </a:r>
            <a:r>
              <a:rPr lang="es-ES"/>
              <a:t> </a:t>
            </a:r>
            <a:r>
              <a:rPr lang="es-ES" err="1"/>
              <a:t>Information</a:t>
            </a:r>
            <a:r>
              <a:rPr lang="es-ES"/>
              <a:t> - </a:t>
            </a:r>
            <a:r>
              <a:rPr lang="es-ES" err="1"/>
              <a:t>Confidential</a:t>
            </a:r>
            <a:endParaRPr lang="es-ES"/>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2"/>
                </a:solidFill>
              </a:defRPr>
            </a:lvl1pPr>
          </a:lstStyle>
          <a:p>
            <a:fld id="{FF2CED2D-DE01-CB40-AEF5-C9DD7CD06225}" type="slidenum">
              <a:rPr lang="es-ES" smtClean="0"/>
              <a:pPr/>
              <a:t>‹Nº›</a:t>
            </a:fld>
            <a:endParaRPr lang="es-ES"/>
          </a:p>
        </p:txBody>
      </p:sp>
      <p:sp>
        <p:nvSpPr>
          <p:cNvPr id="9" name="Marcador de número de diapositiva 5">
            <a:extLst>
              <a:ext uri="{FF2B5EF4-FFF2-40B4-BE49-F238E27FC236}">
                <a16:creationId xmlns:a16="http://schemas.microsoft.com/office/drawing/2014/main" id="{569B5B9B-376F-C705-5B0F-9F2F46AF0001}"/>
              </a:ext>
            </a:extLst>
          </p:cNvPr>
          <p:cNvSpPr txBox="1">
            <a:spLocks/>
          </p:cNvSpPr>
          <p:nvPr userDrawn="1"/>
        </p:nvSpPr>
        <p:spPr>
          <a:xfrm>
            <a:off x="10986887" y="6508750"/>
            <a:ext cx="980356" cy="365125"/>
          </a:xfrm>
          <a:prstGeom prst="rect">
            <a:avLst/>
          </a:prstGeom>
        </p:spPr>
        <p:txBody>
          <a:bodyPr vert="horz" lIns="91440" tIns="45720" rIns="91440" bIns="45720" rtlCol="0" anchor="ctr"/>
          <a:lstStyle>
            <a:defPPr>
              <a:defRPr lang="es-ES"/>
            </a:defPPr>
            <a:lvl1pPr marL="0" algn="r" defTabSz="914400" rtl="0" eaLnBrk="1" latinLnBrk="0" hangingPunct="1">
              <a:defRPr sz="900" b="0"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a:p>
        </p:txBody>
      </p:sp>
      <p:sp>
        <p:nvSpPr>
          <p:cNvPr id="10"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8" y="339982"/>
            <a:ext cx="4038594" cy="1179872"/>
          </a:xfrm>
          <a:prstGeom prst="rect">
            <a:avLst/>
          </a:prstGeom>
        </p:spPr>
        <p:txBody>
          <a:bodyPr/>
          <a:lstStyle>
            <a:lvl1pPr marL="0" indent="0">
              <a:buNone/>
              <a:defRPr sz="3200" b="1" i="0">
                <a:solidFill>
                  <a:srgbClr val="0042ED"/>
                </a:solidFill>
                <a:latin typeface="Arial Narrow" panose="020B0604020202020204" pitchFamily="34" charset="0"/>
              </a:defRPr>
            </a:lvl1pPr>
          </a:lstStyle>
          <a:p>
            <a:pPr lvl="0"/>
            <a:r>
              <a:rPr lang="es-ES"/>
              <a:t>TITLE ALWAYS IN CAPITAL LETTERS</a:t>
            </a:r>
          </a:p>
        </p:txBody>
      </p:sp>
      <p:sp>
        <p:nvSpPr>
          <p:cNvPr id="4" name="Marcador de texto 16">
            <a:extLst>
              <a:ext uri="{FF2B5EF4-FFF2-40B4-BE49-F238E27FC236}">
                <a16:creationId xmlns:a16="http://schemas.microsoft.com/office/drawing/2014/main" id="{6ADF3DA9-695C-09E2-DD93-1D5245FD1B15}"/>
              </a:ext>
            </a:extLst>
          </p:cNvPr>
          <p:cNvSpPr>
            <a:spLocks noGrp="1"/>
          </p:cNvSpPr>
          <p:nvPr>
            <p:ph type="body" sz="quarter" idx="17"/>
          </p:nvPr>
        </p:nvSpPr>
        <p:spPr>
          <a:xfrm>
            <a:off x="5687454" y="339982"/>
            <a:ext cx="6018991" cy="5709836"/>
          </a:xfrm>
          <a:prstGeom prst="rect">
            <a:avLst/>
          </a:prstGeom>
        </p:spPr>
        <p:txBody>
          <a:bodyPr/>
          <a:lstStyle>
            <a:lvl1pPr>
              <a:defRPr sz="1600" b="0" i="0">
                <a:solidFill>
                  <a:schemeClr val="bg1"/>
                </a:solidFill>
                <a:latin typeface="Arial" panose="020B0604020202020204" pitchFamily="34" charset="0"/>
                <a:cs typeface="Arial" panose="020B0604020202020204" pitchFamily="34" charset="0"/>
              </a:defRPr>
            </a:lvl1pPr>
          </a:lstStyle>
          <a:p>
            <a:pPr lvl="0"/>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s-ES"/>
          </a:p>
          <a:p>
            <a:pPr lvl="0"/>
            <a:endParaRPr lang="es-ES"/>
          </a:p>
          <a:p>
            <a:pPr lvl="0"/>
            <a:endParaRPr lang="es-ES"/>
          </a:p>
          <a:p>
            <a:pPr lvl="0"/>
            <a:endParaRPr lang="es-ES"/>
          </a:p>
        </p:txBody>
      </p:sp>
      <p:sp>
        <p:nvSpPr>
          <p:cNvPr id="3" name="Marcador de texto 4">
            <a:extLst>
              <a:ext uri="{FF2B5EF4-FFF2-40B4-BE49-F238E27FC236}">
                <a16:creationId xmlns:a16="http://schemas.microsoft.com/office/drawing/2014/main" id="{9959D5E8-AA88-17B3-E2E1-9804F82B6FAD}"/>
              </a:ext>
            </a:extLst>
          </p:cNvPr>
          <p:cNvSpPr>
            <a:spLocks noGrp="1"/>
          </p:cNvSpPr>
          <p:nvPr>
            <p:ph type="body" sz="quarter" idx="25"/>
          </p:nvPr>
        </p:nvSpPr>
        <p:spPr>
          <a:xfrm>
            <a:off x="555625" y="1558184"/>
            <a:ext cx="4038277" cy="4491634"/>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16420841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62_Text Blu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6E4F84-5872-0CF6-8798-F5D2100A4B01}"/>
              </a:ext>
            </a:extLst>
          </p:cNvPr>
          <p:cNvGraphicFramePr>
            <a:graphicFrameLocks noChangeAspect="1"/>
          </p:cNvGraphicFramePr>
          <p:nvPr userDrawn="1">
            <p:custDataLst>
              <p:tags r:id="rId1"/>
            </p:custDataLst>
            <p:extLst>
              <p:ext uri="{D42A27DB-BD31-4B8C-83A1-F6EECF244321}">
                <p14:modId xmlns:p14="http://schemas.microsoft.com/office/powerpoint/2010/main" val="12257268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8" name="think-cell data - do not delete" hidden="1">
                        <a:extLst>
                          <a:ext uri="{FF2B5EF4-FFF2-40B4-BE49-F238E27FC236}">
                            <a16:creationId xmlns:a16="http://schemas.microsoft.com/office/drawing/2014/main" id="{F56E4F84-5872-0CF6-8798-F5D2100A4B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1">
            <a:extLst>
              <a:ext uri="{FF2B5EF4-FFF2-40B4-BE49-F238E27FC236}">
                <a16:creationId xmlns:a16="http://schemas.microsoft.com/office/drawing/2014/main" id="{C114EC5B-2EEC-2F5A-DA45-585989C9831A}"/>
              </a:ext>
            </a:extLst>
          </p:cNvPr>
          <p:cNvSpPr/>
          <p:nvPr userDrawn="1"/>
        </p:nvSpPr>
        <p:spPr>
          <a:xfrm>
            <a:off x="6096000" y="0"/>
            <a:ext cx="6096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2"/>
                </a:solidFill>
              </a:defRPr>
            </a:lvl1pPr>
          </a:lstStyle>
          <a:p>
            <a:r>
              <a:rPr lang="es-ES" err="1"/>
              <a:t>Proprietary</a:t>
            </a:r>
            <a:r>
              <a:rPr lang="es-ES"/>
              <a:t> </a:t>
            </a:r>
            <a:r>
              <a:rPr lang="es-ES" err="1"/>
              <a:t>Information</a:t>
            </a:r>
            <a:r>
              <a:rPr lang="es-ES"/>
              <a:t> - </a:t>
            </a:r>
            <a:r>
              <a:rPr lang="es-ES" err="1"/>
              <a:t>Confidential</a:t>
            </a:r>
            <a:endParaRPr lang="es-ES"/>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2"/>
                </a:solidFill>
              </a:defRPr>
            </a:lvl1pPr>
          </a:lstStyle>
          <a:p>
            <a:fld id="{FF2CED2D-DE01-CB40-AEF5-C9DD7CD06225}" type="slidenum">
              <a:rPr lang="es-ES" smtClean="0"/>
              <a:pPr/>
              <a:t>‹Nº›</a:t>
            </a:fld>
            <a:endParaRPr lang="es-ES"/>
          </a:p>
        </p:txBody>
      </p:sp>
      <p:sp>
        <p:nvSpPr>
          <p:cNvPr id="9" name="Marcador de número de diapositiva 5">
            <a:extLst>
              <a:ext uri="{FF2B5EF4-FFF2-40B4-BE49-F238E27FC236}">
                <a16:creationId xmlns:a16="http://schemas.microsoft.com/office/drawing/2014/main" id="{569B5B9B-376F-C705-5B0F-9F2F46AF0001}"/>
              </a:ext>
            </a:extLst>
          </p:cNvPr>
          <p:cNvSpPr txBox="1">
            <a:spLocks/>
          </p:cNvSpPr>
          <p:nvPr userDrawn="1"/>
        </p:nvSpPr>
        <p:spPr>
          <a:xfrm>
            <a:off x="10986887" y="6508750"/>
            <a:ext cx="980356" cy="365125"/>
          </a:xfrm>
          <a:prstGeom prst="rect">
            <a:avLst/>
          </a:prstGeom>
        </p:spPr>
        <p:txBody>
          <a:bodyPr vert="horz" lIns="91440" tIns="45720" rIns="91440" bIns="45720" rtlCol="0" anchor="ctr"/>
          <a:lstStyle>
            <a:defPPr>
              <a:defRPr lang="es-ES"/>
            </a:defPPr>
            <a:lvl1pPr marL="0" algn="r" defTabSz="914400" rtl="0" eaLnBrk="1" latinLnBrk="0" hangingPunct="1">
              <a:defRPr sz="900" b="0"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a:p>
        </p:txBody>
      </p:sp>
      <p:sp>
        <p:nvSpPr>
          <p:cNvPr id="10"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7" y="339982"/>
            <a:ext cx="5188268" cy="1179872"/>
          </a:xfrm>
          <a:prstGeom prst="rect">
            <a:avLst/>
          </a:prstGeom>
        </p:spPr>
        <p:txBody>
          <a:bodyPr/>
          <a:lstStyle>
            <a:lvl1pPr marL="0" indent="0">
              <a:buNone/>
              <a:defRPr sz="3200" b="1" i="0">
                <a:solidFill>
                  <a:srgbClr val="0042ED"/>
                </a:solidFill>
                <a:latin typeface="Arial Narrow" panose="020B0604020202020204" pitchFamily="34" charset="0"/>
              </a:defRPr>
            </a:lvl1pPr>
          </a:lstStyle>
          <a:p>
            <a:pPr lvl="0"/>
            <a:r>
              <a:rPr lang="es-ES"/>
              <a:t>TITLE ALWAYS IN CAPITAL LETTERS</a:t>
            </a:r>
          </a:p>
        </p:txBody>
      </p:sp>
      <p:sp>
        <p:nvSpPr>
          <p:cNvPr id="4" name="Marcador de texto 16">
            <a:extLst>
              <a:ext uri="{FF2B5EF4-FFF2-40B4-BE49-F238E27FC236}">
                <a16:creationId xmlns:a16="http://schemas.microsoft.com/office/drawing/2014/main" id="{678D5212-EFFB-F455-1A54-F90ECE50596B}"/>
              </a:ext>
            </a:extLst>
          </p:cNvPr>
          <p:cNvSpPr>
            <a:spLocks noGrp="1"/>
          </p:cNvSpPr>
          <p:nvPr>
            <p:ph type="body" sz="quarter" idx="17"/>
          </p:nvPr>
        </p:nvSpPr>
        <p:spPr>
          <a:xfrm>
            <a:off x="6496050" y="339982"/>
            <a:ext cx="5210395" cy="5709836"/>
          </a:xfrm>
          <a:prstGeom prst="rect">
            <a:avLst/>
          </a:prstGeom>
        </p:spPr>
        <p:txBody>
          <a:bodyPr/>
          <a:lstStyle>
            <a:lvl1pPr>
              <a:defRPr sz="1600" b="0" i="0">
                <a:solidFill>
                  <a:schemeClr val="bg1"/>
                </a:solidFill>
                <a:latin typeface="Arial" panose="020B0604020202020204" pitchFamily="34" charset="0"/>
                <a:cs typeface="Arial" panose="020B0604020202020204" pitchFamily="34" charset="0"/>
              </a:defRPr>
            </a:lvl1pPr>
          </a:lstStyle>
          <a:p>
            <a:pPr lvl="0"/>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s-ES"/>
          </a:p>
          <a:p>
            <a:pPr lvl="0"/>
            <a:endParaRPr lang="es-ES"/>
          </a:p>
          <a:p>
            <a:pPr lvl="0"/>
            <a:endParaRPr lang="es-ES"/>
          </a:p>
          <a:p>
            <a:pPr lvl="0"/>
            <a:endParaRPr lang="es-ES"/>
          </a:p>
        </p:txBody>
      </p:sp>
      <p:sp>
        <p:nvSpPr>
          <p:cNvPr id="3" name="Marcador de texto 4">
            <a:extLst>
              <a:ext uri="{FF2B5EF4-FFF2-40B4-BE49-F238E27FC236}">
                <a16:creationId xmlns:a16="http://schemas.microsoft.com/office/drawing/2014/main" id="{10537B0D-EECB-185E-8581-3BC29A65E275}"/>
              </a:ext>
            </a:extLst>
          </p:cNvPr>
          <p:cNvSpPr>
            <a:spLocks noGrp="1"/>
          </p:cNvSpPr>
          <p:nvPr>
            <p:ph type="body" sz="quarter" idx="25"/>
          </p:nvPr>
        </p:nvSpPr>
        <p:spPr>
          <a:xfrm>
            <a:off x="555625" y="1558184"/>
            <a:ext cx="5187950" cy="4491634"/>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5167355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3_Text Blu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6E4F84-5872-0CF6-8798-F5D2100A4B01}"/>
              </a:ext>
            </a:extLst>
          </p:cNvPr>
          <p:cNvGraphicFramePr>
            <a:graphicFrameLocks noChangeAspect="1"/>
          </p:cNvGraphicFramePr>
          <p:nvPr userDrawn="1">
            <p:custDataLst>
              <p:tags r:id="rId1"/>
            </p:custDataLst>
            <p:extLst>
              <p:ext uri="{D42A27DB-BD31-4B8C-83A1-F6EECF244321}">
                <p14:modId xmlns:p14="http://schemas.microsoft.com/office/powerpoint/2010/main" val="12257268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8" name="think-cell data - do not delete" hidden="1">
                        <a:extLst>
                          <a:ext uri="{FF2B5EF4-FFF2-40B4-BE49-F238E27FC236}">
                            <a16:creationId xmlns:a16="http://schemas.microsoft.com/office/drawing/2014/main" id="{F56E4F84-5872-0CF6-8798-F5D2100A4B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1">
            <a:extLst>
              <a:ext uri="{FF2B5EF4-FFF2-40B4-BE49-F238E27FC236}">
                <a16:creationId xmlns:a16="http://schemas.microsoft.com/office/drawing/2014/main" id="{C114EC5B-2EEC-2F5A-DA45-585989C9831A}"/>
              </a:ext>
            </a:extLst>
          </p:cNvPr>
          <p:cNvSpPr/>
          <p:nvPr userDrawn="1"/>
        </p:nvSpPr>
        <p:spPr>
          <a:xfrm>
            <a:off x="8277224" y="0"/>
            <a:ext cx="3914775"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2"/>
                </a:solidFill>
              </a:defRPr>
            </a:lvl1pPr>
          </a:lstStyle>
          <a:p>
            <a:r>
              <a:rPr lang="es-ES" err="1"/>
              <a:t>Proprietary</a:t>
            </a:r>
            <a:r>
              <a:rPr lang="es-ES"/>
              <a:t> </a:t>
            </a:r>
            <a:r>
              <a:rPr lang="es-ES" err="1"/>
              <a:t>Information</a:t>
            </a:r>
            <a:r>
              <a:rPr lang="es-ES"/>
              <a:t> - </a:t>
            </a:r>
            <a:r>
              <a:rPr lang="es-ES" err="1"/>
              <a:t>Confidential</a:t>
            </a:r>
            <a:endParaRPr lang="es-ES"/>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2"/>
                </a:solidFill>
              </a:defRPr>
            </a:lvl1pPr>
          </a:lstStyle>
          <a:p>
            <a:fld id="{FF2CED2D-DE01-CB40-AEF5-C9DD7CD06225}" type="slidenum">
              <a:rPr lang="es-ES" smtClean="0"/>
              <a:pPr/>
              <a:t>‹Nº›</a:t>
            </a:fld>
            <a:endParaRPr lang="es-ES"/>
          </a:p>
        </p:txBody>
      </p:sp>
      <p:sp>
        <p:nvSpPr>
          <p:cNvPr id="9" name="Marcador de número de diapositiva 5">
            <a:extLst>
              <a:ext uri="{FF2B5EF4-FFF2-40B4-BE49-F238E27FC236}">
                <a16:creationId xmlns:a16="http://schemas.microsoft.com/office/drawing/2014/main" id="{569B5B9B-376F-C705-5B0F-9F2F46AF0001}"/>
              </a:ext>
            </a:extLst>
          </p:cNvPr>
          <p:cNvSpPr txBox="1">
            <a:spLocks/>
          </p:cNvSpPr>
          <p:nvPr userDrawn="1"/>
        </p:nvSpPr>
        <p:spPr>
          <a:xfrm>
            <a:off x="10986887" y="6508750"/>
            <a:ext cx="980356" cy="365125"/>
          </a:xfrm>
          <a:prstGeom prst="rect">
            <a:avLst/>
          </a:prstGeom>
        </p:spPr>
        <p:txBody>
          <a:bodyPr vert="horz" lIns="91440" tIns="45720" rIns="91440" bIns="45720" rtlCol="0" anchor="ctr"/>
          <a:lstStyle>
            <a:defPPr>
              <a:defRPr lang="es-ES"/>
            </a:defPPr>
            <a:lvl1pPr marL="0" algn="r" defTabSz="914400" rtl="0" eaLnBrk="1" latinLnBrk="0" hangingPunct="1">
              <a:defRPr sz="900" b="0"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a:p>
        </p:txBody>
      </p:sp>
      <p:sp>
        <p:nvSpPr>
          <p:cNvPr id="4" name="Marcador de texto 16">
            <a:extLst>
              <a:ext uri="{FF2B5EF4-FFF2-40B4-BE49-F238E27FC236}">
                <a16:creationId xmlns:a16="http://schemas.microsoft.com/office/drawing/2014/main" id="{F19BAED2-4971-DECF-2B12-F4AEFEB17DDE}"/>
              </a:ext>
            </a:extLst>
          </p:cNvPr>
          <p:cNvSpPr>
            <a:spLocks noGrp="1"/>
          </p:cNvSpPr>
          <p:nvPr>
            <p:ph type="body" sz="quarter" idx="17"/>
          </p:nvPr>
        </p:nvSpPr>
        <p:spPr>
          <a:xfrm>
            <a:off x="8605477" y="339982"/>
            <a:ext cx="3100968" cy="5709836"/>
          </a:xfrm>
          <a:prstGeom prst="rect">
            <a:avLst/>
          </a:prstGeom>
        </p:spPr>
        <p:txBody>
          <a:bodyPr/>
          <a:lstStyle>
            <a:lvl1pPr>
              <a:defRPr sz="1600" b="0" i="0">
                <a:solidFill>
                  <a:schemeClr val="bg1"/>
                </a:solidFill>
                <a:latin typeface="Arial" panose="020B0604020202020204" pitchFamily="34" charset="0"/>
                <a:cs typeface="Arial" panose="020B0604020202020204" pitchFamily="34" charset="0"/>
              </a:defRPr>
            </a:lvl1pPr>
          </a:lstStyle>
          <a:p>
            <a:pPr lvl="0"/>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s-ES"/>
          </a:p>
          <a:p>
            <a:pPr lvl="0"/>
            <a:endParaRPr lang="es-ES"/>
          </a:p>
          <a:p>
            <a:pPr lvl="0"/>
            <a:endParaRPr lang="es-ES"/>
          </a:p>
          <a:p>
            <a:pPr lvl="0"/>
            <a:endParaRPr lang="es-ES"/>
          </a:p>
        </p:txBody>
      </p:sp>
      <p:sp>
        <p:nvSpPr>
          <p:cNvPr id="3" name="Marcador de texto 2">
            <a:extLst>
              <a:ext uri="{FF2B5EF4-FFF2-40B4-BE49-F238E27FC236}">
                <a16:creationId xmlns:a16="http://schemas.microsoft.com/office/drawing/2014/main" id="{3662AEBC-494B-A651-8F87-0E668F2C6F7E}"/>
              </a:ext>
            </a:extLst>
          </p:cNvPr>
          <p:cNvSpPr>
            <a:spLocks noGrp="1"/>
          </p:cNvSpPr>
          <p:nvPr>
            <p:ph type="body" sz="quarter" idx="28" hasCustomPrompt="1"/>
          </p:nvPr>
        </p:nvSpPr>
        <p:spPr>
          <a:xfrm>
            <a:off x="555307" y="974785"/>
            <a:ext cx="7578725" cy="537506"/>
          </a:xfrm>
          <a:prstGeom prst="rect">
            <a:avLst/>
          </a:prstGeom>
        </p:spPr>
        <p:txBody>
          <a:bodyPr/>
          <a:lstStyle>
            <a:lvl1pPr marL="0" indent="0">
              <a:buNone/>
              <a:defRPr sz="1800" b="1">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marL="914400" indent="0">
              <a:buNone/>
              <a:defRPr sz="14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s-ES"/>
              <a:t>Text</a:t>
            </a:r>
          </a:p>
        </p:txBody>
      </p:sp>
      <p:sp>
        <p:nvSpPr>
          <p:cNvPr id="11" name="Marcador de texto 12">
            <a:extLst>
              <a:ext uri="{FF2B5EF4-FFF2-40B4-BE49-F238E27FC236}">
                <a16:creationId xmlns:a16="http://schemas.microsoft.com/office/drawing/2014/main" id="{28CB1593-DEE3-0575-9850-F9BD11869134}"/>
              </a:ext>
            </a:extLst>
          </p:cNvPr>
          <p:cNvSpPr>
            <a:spLocks noGrp="1"/>
          </p:cNvSpPr>
          <p:nvPr>
            <p:ph type="body" sz="quarter" idx="27" hasCustomPrompt="1"/>
          </p:nvPr>
        </p:nvSpPr>
        <p:spPr>
          <a:xfrm>
            <a:off x="555308" y="339982"/>
            <a:ext cx="7564616" cy="454471"/>
          </a:xfrm>
          <a:prstGeom prst="rect">
            <a:avLst/>
          </a:prstGeom>
        </p:spPr>
        <p:txBody>
          <a:bodyPr/>
          <a:lstStyle>
            <a:lvl1pPr marL="0" indent="0">
              <a:buNone/>
              <a:defRPr sz="3200" b="1" i="0">
                <a:solidFill>
                  <a:srgbClr val="0042ED"/>
                </a:solidFill>
                <a:latin typeface="Arial Narrow" panose="020B0604020202020204" pitchFamily="34" charset="0"/>
              </a:defRPr>
            </a:lvl1pPr>
          </a:lstStyle>
          <a:p>
            <a:pPr lvl="0"/>
            <a:r>
              <a:rPr lang="es-ES"/>
              <a:t>TITLE ALWAYS IN CAPITAL LETTERS</a:t>
            </a:r>
          </a:p>
        </p:txBody>
      </p:sp>
      <p:sp>
        <p:nvSpPr>
          <p:cNvPr id="12" name="Marcador de texto 4">
            <a:extLst>
              <a:ext uri="{FF2B5EF4-FFF2-40B4-BE49-F238E27FC236}">
                <a16:creationId xmlns:a16="http://schemas.microsoft.com/office/drawing/2014/main" id="{18E06D24-4E2E-F2A1-B28D-EC8259453DB7}"/>
              </a:ext>
            </a:extLst>
          </p:cNvPr>
          <p:cNvSpPr>
            <a:spLocks noGrp="1"/>
          </p:cNvSpPr>
          <p:nvPr>
            <p:ph type="body" sz="quarter" idx="25"/>
          </p:nvPr>
        </p:nvSpPr>
        <p:spPr>
          <a:xfrm>
            <a:off x="555625" y="1558184"/>
            <a:ext cx="7578407" cy="4491634"/>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7748553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71_Text light blu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6E4F84-5872-0CF6-8798-F5D2100A4B01}"/>
              </a:ext>
            </a:extLst>
          </p:cNvPr>
          <p:cNvGraphicFramePr>
            <a:graphicFrameLocks noChangeAspect="1"/>
          </p:cNvGraphicFramePr>
          <p:nvPr userDrawn="1">
            <p:custDataLst>
              <p:tags r:id="rId1"/>
            </p:custDataLst>
            <p:extLst>
              <p:ext uri="{D42A27DB-BD31-4B8C-83A1-F6EECF244321}">
                <p14:modId xmlns:p14="http://schemas.microsoft.com/office/powerpoint/2010/main" val="12257268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8" name="think-cell data - do not delete" hidden="1">
                        <a:extLst>
                          <a:ext uri="{FF2B5EF4-FFF2-40B4-BE49-F238E27FC236}">
                            <a16:creationId xmlns:a16="http://schemas.microsoft.com/office/drawing/2014/main" id="{F56E4F84-5872-0CF6-8798-F5D2100A4B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1">
            <a:extLst>
              <a:ext uri="{FF2B5EF4-FFF2-40B4-BE49-F238E27FC236}">
                <a16:creationId xmlns:a16="http://schemas.microsoft.com/office/drawing/2014/main" id="{C114EC5B-2EEC-2F5A-DA45-585989C9831A}"/>
              </a:ext>
            </a:extLst>
          </p:cNvPr>
          <p:cNvSpPr/>
          <p:nvPr userDrawn="1"/>
        </p:nvSpPr>
        <p:spPr>
          <a:xfrm>
            <a:off x="4984955" y="0"/>
            <a:ext cx="7207045"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2"/>
                </a:solidFill>
              </a:defRPr>
            </a:lvl1pPr>
          </a:lstStyle>
          <a:p>
            <a:r>
              <a:rPr lang="es-ES" err="1"/>
              <a:t>Proprietary</a:t>
            </a:r>
            <a:r>
              <a:rPr lang="es-ES"/>
              <a:t> </a:t>
            </a:r>
            <a:r>
              <a:rPr lang="es-ES" err="1"/>
              <a:t>Information</a:t>
            </a:r>
            <a:r>
              <a:rPr lang="es-ES"/>
              <a:t> - </a:t>
            </a:r>
            <a:r>
              <a:rPr lang="es-ES" err="1"/>
              <a:t>Confidential</a:t>
            </a:r>
            <a:endParaRPr lang="es-ES"/>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2"/>
                </a:solidFill>
              </a:defRPr>
            </a:lvl1pPr>
          </a:lstStyle>
          <a:p>
            <a:fld id="{FF2CED2D-DE01-CB40-AEF5-C9DD7CD06225}" type="slidenum">
              <a:rPr lang="es-ES" smtClean="0"/>
              <a:pPr/>
              <a:t>‹Nº›</a:t>
            </a:fld>
            <a:endParaRPr lang="es-ES"/>
          </a:p>
        </p:txBody>
      </p:sp>
      <p:sp>
        <p:nvSpPr>
          <p:cNvPr id="9" name="Marcador de número de diapositiva 5">
            <a:extLst>
              <a:ext uri="{FF2B5EF4-FFF2-40B4-BE49-F238E27FC236}">
                <a16:creationId xmlns:a16="http://schemas.microsoft.com/office/drawing/2014/main" id="{569B5B9B-376F-C705-5B0F-9F2F46AF0001}"/>
              </a:ext>
            </a:extLst>
          </p:cNvPr>
          <p:cNvSpPr txBox="1">
            <a:spLocks/>
          </p:cNvSpPr>
          <p:nvPr userDrawn="1"/>
        </p:nvSpPr>
        <p:spPr>
          <a:xfrm>
            <a:off x="10986887" y="6508750"/>
            <a:ext cx="980356" cy="365125"/>
          </a:xfrm>
          <a:prstGeom prst="rect">
            <a:avLst/>
          </a:prstGeom>
        </p:spPr>
        <p:txBody>
          <a:bodyPr vert="horz" lIns="91440" tIns="45720" rIns="91440" bIns="45720" rtlCol="0" anchor="ctr"/>
          <a:lstStyle>
            <a:defPPr>
              <a:defRPr lang="es-ES"/>
            </a:defPPr>
            <a:lvl1pPr marL="0" algn="r" defTabSz="914400" rtl="0" eaLnBrk="1" latinLnBrk="0" hangingPunct="1">
              <a:defRPr sz="900" b="0"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a:p>
        </p:txBody>
      </p:sp>
      <p:sp>
        <p:nvSpPr>
          <p:cNvPr id="10"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8" y="339982"/>
            <a:ext cx="4038594" cy="1179872"/>
          </a:xfrm>
          <a:prstGeom prst="rect">
            <a:avLst/>
          </a:prstGeom>
        </p:spPr>
        <p:txBody>
          <a:bodyPr/>
          <a:lstStyle>
            <a:lvl1pPr marL="0" indent="0">
              <a:buNone/>
              <a:defRPr sz="3200" b="1" i="0">
                <a:solidFill>
                  <a:schemeClr val="tx1"/>
                </a:solidFill>
                <a:latin typeface="Arial Narrow" panose="020B0604020202020204" pitchFamily="34" charset="0"/>
              </a:defRPr>
            </a:lvl1pPr>
          </a:lstStyle>
          <a:p>
            <a:pPr lvl="0"/>
            <a:r>
              <a:rPr lang="es-ES"/>
              <a:t>TITLE ALWAYS IN CAPITAL LETTERS</a:t>
            </a:r>
          </a:p>
        </p:txBody>
      </p:sp>
      <p:sp>
        <p:nvSpPr>
          <p:cNvPr id="4" name="Marcador de texto 16">
            <a:extLst>
              <a:ext uri="{FF2B5EF4-FFF2-40B4-BE49-F238E27FC236}">
                <a16:creationId xmlns:a16="http://schemas.microsoft.com/office/drawing/2014/main" id="{6ADF3DA9-695C-09E2-DD93-1D5245FD1B15}"/>
              </a:ext>
            </a:extLst>
          </p:cNvPr>
          <p:cNvSpPr>
            <a:spLocks noGrp="1"/>
          </p:cNvSpPr>
          <p:nvPr>
            <p:ph type="body" sz="quarter" idx="17"/>
          </p:nvPr>
        </p:nvSpPr>
        <p:spPr>
          <a:xfrm>
            <a:off x="5687454" y="339982"/>
            <a:ext cx="6018991" cy="5709836"/>
          </a:xfrm>
          <a:prstGeom prst="rect">
            <a:avLst/>
          </a:prstGeom>
        </p:spPr>
        <p:txBody>
          <a:bodyPr/>
          <a:lstStyle>
            <a:lvl1pPr>
              <a:defRPr sz="1600" b="0" i="0">
                <a:solidFill>
                  <a:schemeClr val="tx1"/>
                </a:solidFill>
                <a:latin typeface="Arial" panose="020B0604020202020204" pitchFamily="34" charset="0"/>
                <a:cs typeface="Arial" panose="020B0604020202020204" pitchFamily="34" charset="0"/>
              </a:defRPr>
            </a:lvl1pPr>
          </a:lstStyle>
          <a:p>
            <a:pPr lvl="0"/>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s-ES"/>
          </a:p>
          <a:p>
            <a:pPr lvl="0"/>
            <a:endParaRPr lang="es-ES"/>
          </a:p>
          <a:p>
            <a:pPr lvl="0"/>
            <a:endParaRPr lang="es-ES"/>
          </a:p>
          <a:p>
            <a:pPr lvl="0"/>
            <a:endParaRPr lang="es-ES"/>
          </a:p>
        </p:txBody>
      </p:sp>
      <p:sp>
        <p:nvSpPr>
          <p:cNvPr id="3" name="Marcador de texto 4">
            <a:extLst>
              <a:ext uri="{FF2B5EF4-FFF2-40B4-BE49-F238E27FC236}">
                <a16:creationId xmlns:a16="http://schemas.microsoft.com/office/drawing/2014/main" id="{3787E3A8-4E3C-22A4-9366-B9BEFE7DB323}"/>
              </a:ext>
            </a:extLst>
          </p:cNvPr>
          <p:cNvSpPr>
            <a:spLocks noGrp="1"/>
          </p:cNvSpPr>
          <p:nvPr>
            <p:ph type="body" sz="quarter" idx="25"/>
          </p:nvPr>
        </p:nvSpPr>
        <p:spPr>
          <a:xfrm>
            <a:off x="555625" y="1558184"/>
            <a:ext cx="4038277" cy="4491634"/>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7124654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72_Text light blu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6E4F84-5872-0CF6-8798-F5D2100A4B01}"/>
              </a:ext>
            </a:extLst>
          </p:cNvPr>
          <p:cNvGraphicFramePr>
            <a:graphicFrameLocks noChangeAspect="1"/>
          </p:cNvGraphicFramePr>
          <p:nvPr userDrawn="1">
            <p:custDataLst>
              <p:tags r:id="rId1"/>
            </p:custDataLst>
            <p:extLst>
              <p:ext uri="{D42A27DB-BD31-4B8C-83A1-F6EECF244321}">
                <p14:modId xmlns:p14="http://schemas.microsoft.com/office/powerpoint/2010/main" val="12257268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8" name="think-cell data - do not delete" hidden="1">
                        <a:extLst>
                          <a:ext uri="{FF2B5EF4-FFF2-40B4-BE49-F238E27FC236}">
                            <a16:creationId xmlns:a16="http://schemas.microsoft.com/office/drawing/2014/main" id="{F56E4F84-5872-0CF6-8798-F5D2100A4B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1">
            <a:extLst>
              <a:ext uri="{FF2B5EF4-FFF2-40B4-BE49-F238E27FC236}">
                <a16:creationId xmlns:a16="http://schemas.microsoft.com/office/drawing/2014/main" id="{C114EC5B-2EEC-2F5A-DA45-585989C9831A}"/>
              </a:ext>
            </a:extLst>
          </p:cNvPr>
          <p:cNvSpPr/>
          <p:nvPr userDrawn="1"/>
        </p:nvSpPr>
        <p:spPr>
          <a:xfrm>
            <a:off x="6096000" y="0"/>
            <a:ext cx="6096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2"/>
                </a:solidFill>
              </a:defRPr>
            </a:lvl1pPr>
          </a:lstStyle>
          <a:p>
            <a:r>
              <a:rPr lang="es-ES" err="1"/>
              <a:t>Proprietary</a:t>
            </a:r>
            <a:r>
              <a:rPr lang="es-ES"/>
              <a:t> </a:t>
            </a:r>
            <a:r>
              <a:rPr lang="es-ES" err="1"/>
              <a:t>Information</a:t>
            </a:r>
            <a:r>
              <a:rPr lang="es-ES"/>
              <a:t> - </a:t>
            </a:r>
            <a:r>
              <a:rPr lang="es-ES" err="1"/>
              <a:t>Confidential</a:t>
            </a:r>
            <a:endParaRPr lang="es-ES"/>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2"/>
                </a:solidFill>
              </a:defRPr>
            </a:lvl1pPr>
          </a:lstStyle>
          <a:p>
            <a:fld id="{FF2CED2D-DE01-CB40-AEF5-C9DD7CD06225}" type="slidenum">
              <a:rPr lang="es-ES" smtClean="0"/>
              <a:pPr/>
              <a:t>‹Nº›</a:t>
            </a:fld>
            <a:endParaRPr lang="es-ES"/>
          </a:p>
        </p:txBody>
      </p:sp>
      <p:sp>
        <p:nvSpPr>
          <p:cNvPr id="9" name="Marcador de número de diapositiva 5">
            <a:extLst>
              <a:ext uri="{FF2B5EF4-FFF2-40B4-BE49-F238E27FC236}">
                <a16:creationId xmlns:a16="http://schemas.microsoft.com/office/drawing/2014/main" id="{569B5B9B-376F-C705-5B0F-9F2F46AF0001}"/>
              </a:ext>
            </a:extLst>
          </p:cNvPr>
          <p:cNvSpPr txBox="1">
            <a:spLocks/>
          </p:cNvSpPr>
          <p:nvPr userDrawn="1"/>
        </p:nvSpPr>
        <p:spPr>
          <a:xfrm>
            <a:off x="10986887" y="6508750"/>
            <a:ext cx="980356" cy="365125"/>
          </a:xfrm>
          <a:prstGeom prst="rect">
            <a:avLst/>
          </a:prstGeom>
        </p:spPr>
        <p:txBody>
          <a:bodyPr vert="horz" lIns="91440" tIns="45720" rIns="91440" bIns="45720" rtlCol="0" anchor="ctr"/>
          <a:lstStyle>
            <a:defPPr>
              <a:defRPr lang="es-ES"/>
            </a:defPPr>
            <a:lvl1pPr marL="0" algn="r" defTabSz="914400" rtl="0" eaLnBrk="1" latinLnBrk="0" hangingPunct="1">
              <a:defRPr sz="900" b="0"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a:p>
        </p:txBody>
      </p:sp>
      <p:sp>
        <p:nvSpPr>
          <p:cNvPr id="10"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7" y="339982"/>
            <a:ext cx="5188268" cy="1179872"/>
          </a:xfrm>
          <a:prstGeom prst="rect">
            <a:avLst/>
          </a:prstGeom>
        </p:spPr>
        <p:txBody>
          <a:bodyPr/>
          <a:lstStyle>
            <a:lvl1pPr marL="0" indent="0">
              <a:buNone/>
              <a:defRPr sz="3200" b="1" i="0">
                <a:solidFill>
                  <a:schemeClr val="tx1"/>
                </a:solidFill>
                <a:latin typeface="Arial Narrow" panose="020B0604020202020204" pitchFamily="34" charset="0"/>
              </a:defRPr>
            </a:lvl1pPr>
          </a:lstStyle>
          <a:p>
            <a:pPr lvl="0"/>
            <a:r>
              <a:rPr lang="es-ES"/>
              <a:t>TITLE ALWAYS IN CAPITAL LETTERS</a:t>
            </a:r>
          </a:p>
        </p:txBody>
      </p:sp>
      <p:sp>
        <p:nvSpPr>
          <p:cNvPr id="4" name="Marcador de texto 16">
            <a:extLst>
              <a:ext uri="{FF2B5EF4-FFF2-40B4-BE49-F238E27FC236}">
                <a16:creationId xmlns:a16="http://schemas.microsoft.com/office/drawing/2014/main" id="{678D5212-EFFB-F455-1A54-F90ECE50596B}"/>
              </a:ext>
            </a:extLst>
          </p:cNvPr>
          <p:cNvSpPr>
            <a:spLocks noGrp="1"/>
          </p:cNvSpPr>
          <p:nvPr>
            <p:ph type="body" sz="quarter" idx="17"/>
          </p:nvPr>
        </p:nvSpPr>
        <p:spPr>
          <a:xfrm>
            <a:off x="6496050" y="339982"/>
            <a:ext cx="5210395" cy="5709836"/>
          </a:xfrm>
          <a:prstGeom prst="rect">
            <a:avLst/>
          </a:prstGeom>
        </p:spPr>
        <p:txBody>
          <a:bodyPr/>
          <a:lstStyle>
            <a:lvl1pPr>
              <a:defRPr sz="1600" b="0" i="0">
                <a:solidFill>
                  <a:schemeClr val="tx1"/>
                </a:solidFill>
                <a:latin typeface="Arial" panose="020B0604020202020204" pitchFamily="34" charset="0"/>
                <a:cs typeface="Arial" panose="020B0604020202020204" pitchFamily="34" charset="0"/>
              </a:defRPr>
            </a:lvl1pPr>
          </a:lstStyle>
          <a:p>
            <a:pPr lvl="0"/>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s-ES"/>
          </a:p>
          <a:p>
            <a:pPr lvl="0"/>
            <a:endParaRPr lang="es-ES"/>
          </a:p>
          <a:p>
            <a:pPr lvl="0"/>
            <a:endParaRPr lang="es-ES"/>
          </a:p>
          <a:p>
            <a:pPr lvl="0"/>
            <a:endParaRPr lang="es-ES"/>
          </a:p>
        </p:txBody>
      </p:sp>
      <p:sp>
        <p:nvSpPr>
          <p:cNvPr id="3" name="Marcador de texto 4">
            <a:extLst>
              <a:ext uri="{FF2B5EF4-FFF2-40B4-BE49-F238E27FC236}">
                <a16:creationId xmlns:a16="http://schemas.microsoft.com/office/drawing/2014/main" id="{892928D3-1F28-C7AA-4309-D144B677071E}"/>
              </a:ext>
            </a:extLst>
          </p:cNvPr>
          <p:cNvSpPr>
            <a:spLocks noGrp="1"/>
          </p:cNvSpPr>
          <p:nvPr>
            <p:ph type="body" sz="quarter" idx="25"/>
          </p:nvPr>
        </p:nvSpPr>
        <p:spPr>
          <a:xfrm>
            <a:off x="555625" y="1558184"/>
            <a:ext cx="5187950" cy="4491634"/>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2995230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73_Text light blu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6E4F84-5872-0CF6-8798-F5D2100A4B01}"/>
              </a:ext>
            </a:extLst>
          </p:cNvPr>
          <p:cNvGraphicFramePr>
            <a:graphicFrameLocks noChangeAspect="1"/>
          </p:cNvGraphicFramePr>
          <p:nvPr userDrawn="1">
            <p:custDataLst>
              <p:tags r:id="rId1"/>
            </p:custDataLst>
            <p:extLst>
              <p:ext uri="{D42A27DB-BD31-4B8C-83A1-F6EECF244321}">
                <p14:modId xmlns:p14="http://schemas.microsoft.com/office/powerpoint/2010/main" val="12257268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8" name="think-cell data - do not delete" hidden="1">
                        <a:extLst>
                          <a:ext uri="{FF2B5EF4-FFF2-40B4-BE49-F238E27FC236}">
                            <a16:creationId xmlns:a16="http://schemas.microsoft.com/office/drawing/2014/main" id="{F56E4F84-5872-0CF6-8798-F5D2100A4B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1">
            <a:extLst>
              <a:ext uri="{FF2B5EF4-FFF2-40B4-BE49-F238E27FC236}">
                <a16:creationId xmlns:a16="http://schemas.microsoft.com/office/drawing/2014/main" id="{C114EC5B-2EEC-2F5A-DA45-585989C9831A}"/>
              </a:ext>
            </a:extLst>
          </p:cNvPr>
          <p:cNvSpPr/>
          <p:nvPr userDrawn="1"/>
        </p:nvSpPr>
        <p:spPr>
          <a:xfrm>
            <a:off x="8277224" y="0"/>
            <a:ext cx="3914775"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2"/>
                </a:solidFill>
              </a:defRPr>
            </a:lvl1pPr>
          </a:lstStyle>
          <a:p>
            <a:r>
              <a:rPr lang="es-ES" err="1"/>
              <a:t>Proprietary</a:t>
            </a:r>
            <a:r>
              <a:rPr lang="es-ES"/>
              <a:t> </a:t>
            </a:r>
            <a:r>
              <a:rPr lang="es-ES" err="1"/>
              <a:t>Information</a:t>
            </a:r>
            <a:r>
              <a:rPr lang="es-ES"/>
              <a:t> - </a:t>
            </a:r>
            <a:r>
              <a:rPr lang="es-ES" err="1"/>
              <a:t>Confidential</a:t>
            </a:r>
            <a:endParaRPr lang="es-ES"/>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2"/>
                </a:solidFill>
              </a:defRPr>
            </a:lvl1pPr>
          </a:lstStyle>
          <a:p>
            <a:fld id="{FF2CED2D-DE01-CB40-AEF5-C9DD7CD06225}" type="slidenum">
              <a:rPr lang="es-ES" smtClean="0"/>
              <a:pPr/>
              <a:t>‹Nº›</a:t>
            </a:fld>
            <a:endParaRPr lang="es-ES"/>
          </a:p>
        </p:txBody>
      </p:sp>
      <p:sp>
        <p:nvSpPr>
          <p:cNvPr id="9" name="Marcador de número de diapositiva 5">
            <a:extLst>
              <a:ext uri="{FF2B5EF4-FFF2-40B4-BE49-F238E27FC236}">
                <a16:creationId xmlns:a16="http://schemas.microsoft.com/office/drawing/2014/main" id="{569B5B9B-376F-C705-5B0F-9F2F46AF0001}"/>
              </a:ext>
            </a:extLst>
          </p:cNvPr>
          <p:cNvSpPr txBox="1">
            <a:spLocks/>
          </p:cNvSpPr>
          <p:nvPr userDrawn="1"/>
        </p:nvSpPr>
        <p:spPr>
          <a:xfrm>
            <a:off x="10986887" y="6508750"/>
            <a:ext cx="980356" cy="365125"/>
          </a:xfrm>
          <a:prstGeom prst="rect">
            <a:avLst/>
          </a:prstGeom>
        </p:spPr>
        <p:txBody>
          <a:bodyPr vert="horz" lIns="91440" tIns="45720" rIns="91440" bIns="45720" rtlCol="0" anchor="ctr"/>
          <a:lstStyle>
            <a:defPPr>
              <a:defRPr lang="es-ES"/>
            </a:defPPr>
            <a:lvl1pPr marL="0" algn="r" defTabSz="914400" rtl="0" eaLnBrk="1" latinLnBrk="0" hangingPunct="1">
              <a:defRPr sz="900" b="0"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a:p>
        </p:txBody>
      </p:sp>
      <p:sp>
        <p:nvSpPr>
          <p:cNvPr id="4" name="Marcador de texto 16">
            <a:extLst>
              <a:ext uri="{FF2B5EF4-FFF2-40B4-BE49-F238E27FC236}">
                <a16:creationId xmlns:a16="http://schemas.microsoft.com/office/drawing/2014/main" id="{F19BAED2-4971-DECF-2B12-F4AEFEB17DDE}"/>
              </a:ext>
            </a:extLst>
          </p:cNvPr>
          <p:cNvSpPr>
            <a:spLocks noGrp="1"/>
          </p:cNvSpPr>
          <p:nvPr>
            <p:ph type="body" sz="quarter" idx="17"/>
          </p:nvPr>
        </p:nvSpPr>
        <p:spPr>
          <a:xfrm>
            <a:off x="8605477" y="339982"/>
            <a:ext cx="3100968" cy="5709836"/>
          </a:xfrm>
          <a:prstGeom prst="rect">
            <a:avLst/>
          </a:prstGeom>
        </p:spPr>
        <p:txBody>
          <a:bodyPr/>
          <a:lstStyle>
            <a:lvl1pPr>
              <a:defRPr sz="1600" b="0" i="0">
                <a:solidFill>
                  <a:schemeClr val="tx1"/>
                </a:solidFill>
                <a:latin typeface="Arial" panose="020B0604020202020204" pitchFamily="34" charset="0"/>
                <a:cs typeface="Arial" panose="020B0604020202020204" pitchFamily="34" charset="0"/>
              </a:defRPr>
            </a:lvl1pPr>
          </a:lstStyle>
          <a:p>
            <a:pPr lvl="0"/>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s-ES"/>
          </a:p>
          <a:p>
            <a:pPr lvl="0"/>
            <a:endParaRPr lang="es-ES"/>
          </a:p>
          <a:p>
            <a:pPr lvl="0"/>
            <a:endParaRPr lang="es-ES"/>
          </a:p>
          <a:p>
            <a:pPr lvl="0"/>
            <a:endParaRPr lang="es-ES"/>
          </a:p>
        </p:txBody>
      </p:sp>
      <p:sp>
        <p:nvSpPr>
          <p:cNvPr id="3" name="Marcador de texto 4">
            <a:extLst>
              <a:ext uri="{FF2B5EF4-FFF2-40B4-BE49-F238E27FC236}">
                <a16:creationId xmlns:a16="http://schemas.microsoft.com/office/drawing/2014/main" id="{AB49E4DE-6CC1-C662-1C08-7BEB6D8252B2}"/>
              </a:ext>
            </a:extLst>
          </p:cNvPr>
          <p:cNvSpPr>
            <a:spLocks noGrp="1"/>
          </p:cNvSpPr>
          <p:nvPr>
            <p:ph type="body" sz="quarter" idx="25"/>
          </p:nvPr>
        </p:nvSpPr>
        <p:spPr>
          <a:xfrm>
            <a:off x="555625" y="1558184"/>
            <a:ext cx="7564298" cy="4491634"/>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
        <p:nvSpPr>
          <p:cNvPr id="11" name="Marcador de texto 2">
            <a:extLst>
              <a:ext uri="{FF2B5EF4-FFF2-40B4-BE49-F238E27FC236}">
                <a16:creationId xmlns:a16="http://schemas.microsoft.com/office/drawing/2014/main" id="{F9B2D6FE-2891-DB99-E4CA-6C655B5EDDCA}"/>
              </a:ext>
            </a:extLst>
          </p:cNvPr>
          <p:cNvSpPr>
            <a:spLocks noGrp="1"/>
          </p:cNvSpPr>
          <p:nvPr>
            <p:ph type="body" sz="quarter" idx="28" hasCustomPrompt="1"/>
          </p:nvPr>
        </p:nvSpPr>
        <p:spPr>
          <a:xfrm>
            <a:off x="555307" y="974785"/>
            <a:ext cx="7578725" cy="537506"/>
          </a:xfrm>
          <a:prstGeom prst="rect">
            <a:avLst/>
          </a:prstGeom>
        </p:spPr>
        <p:txBody>
          <a:bodyPr/>
          <a:lstStyle>
            <a:lvl1pPr marL="0" indent="0">
              <a:buNone/>
              <a:defRPr sz="1800" b="1">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marL="914400" indent="0">
              <a:buNone/>
              <a:defRPr sz="14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s-ES"/>
              <a:t>Text</a:t>
            </a:r>
          </a:p>
        </p:txBody>
      </p:sp>
      <p:sp>
        <p:nvSpPr>
          <p:cNvPr id="12" name="Marcador de texto 12">
            <a:extLst>
              <a:ext uri="{FF2B5EF4-FFF2-40B4-BE49-F238E27FC236}">
                <a16:creationId xmlns:a16="http://schemas.microsoft.com/office/drawing/2014/main" id="{EB429E98-2879-C171-0C9C-1AB6DBE8A86A}"/>
              </a:ext>
            </a:extLst>
          </p:cNvPr>
          <p:cNvSpPr>
            <a:spLocks noGrp="1"/>
          </p:cNvSpPr>
          <p:nvPr>
            <p:ph type="body" sz="quarter" idx="27" hasCustomPrompt="1"/>
          </p:nvPr>
        </p:nvSpPr>
        <p:spPr>
          <a:xfrm>
            <a:off x="555308" y="339982"/>
            <a:ext cx="7564616" cy="454471"/>
          </a:xfrm>
          <a:prstGeom prst="rect">
            <a:avLst/>
          </a:prstGeom>
        </p:spPr>
        <p:txBody>
          <a:bodyPr/>
          <a:lstStyle>
            <a:lvl1pPr marL="0" indent="0">
              <a:buNone/>
              <a:defRPr sz="3200" b="1" i="0">
                <a:solidFill>
                  <a:sysClr val="windowText" lastClr="000000"/>
                </a:solidFill>
                <a:latin typeface="Arial Narrow" panose="020B0604020202020204" pitchFamily="34" charset="0"/>
              </a:defRPr>
            </a:lvl1pPr>
          </a:lstStyle>
          <a:p>
            <a:pPr lvl="0"/>
            <a:r>
              <a:rPr lang="es-ES"/>
              <a:t>TITLE ALWAYS IN CAPITAL LETTERS</a:t>
            </a:r>
          </a:p>
        </p:txBody>
      </p:sp>
    </p:spTree>
    <p:extLst>
      <p:ext uri="{BB962C8B-B14F-4D97-AF65-F5344CB8AC3E}">
        <p14:creationId xmlns:p14="http://schemas.microsoft.com/office/powerpoint/2010/main" val="8193514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4_Text light blu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6E4F84-5872-0CF6-8798-F5D2100A4B01}"/>
              </a:ext>
            </a:extLst>
          </p:cNvPr>
          <p:cNvGraphicFramePr>
            <a:graphicFrameLocks noChangeAspect="1"/>
          </p:cNvGraphicFramePr>
          <p:nvPr userDrawn="1">
            <p:custDataLst>
              <p:tags r:id="rId1"/>
            </p:custDataLst>
            <p:extLst>
              <p:ext uri="{D42A27DB-BD31-4B8C-83A1-F6EECF244321}">
                <p14:modId xmlns:p14="http://schemas.microsoft.com/office/powerpoint/2010/main" val="12257268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8" name="think-cell data - do not delete" hidden="1">
                        <a:extLst>
                          <a:ext uri="{FF2B5EF4-FFF2-40B4-BE49-F238E27FC236}">
                            <a16:creationId xmlns:a16="http://schemas.microsoft.com/office/drawing/2014/main" id="{F56E4F84-5872-0CF6-8798-F5D2100A4B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1">
            <a:extLst>
              <a:ext uri="{FF2B5EF4-FFF2-40B4-BE49-F238E27FC236}">
                <a16:creationId xmlns:a16="http://schemas.microsoft.com/office/drawing/2014/main" id="{C114EC5B-2EEC-2F5A-DA45-585989C9831A}"/>
              </a:ext>
            </a:extLst>
          </p:cNvPr>
          <p:cNvSpPr/>
          <p:nvPr userDrawn="1"/>
        </p:nvSpPr>
        <p:spPr>
          <a:xfrm>
            <a:off x="4984955" y="0"/>
            <a:ext cx="7207045"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2"/>
                </a:solidFill>
              </a:defRPr>
            </a:lvl1pPr>
          </a:lstStyle>
          <a:p>
            <a:r>
              <a:rPr lang="es-ES" err="1"/>
              <a:t>Proprietary</a:t>
            </a:r>
            <a:r>
              <a:rPr lang="es-ES"/>
              <a:t> </a:t>
            </a:r>
            <a:r>
              <a:rPr lang="es-ES" err="1"/>
              <a:t>Information</a:t>
            </a:r>
            <a:r>
              <a:rPr lang="es-ES"/>
              <a:t> - </a:t>
            </a:r>
            <a:r>
              <a:rPr lang="es-ES" err="1"/>
              <a:t>Confidential</a:t>
            </a:r>
            <a:endParaRPr lang="es-ES"/>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2"/>
                </a:solidFill>
              </a:defRPr>
            </a:lvl1pPr>
          </a:lstStyle>
          <a:p>
            <a:fld id="{FF2CED2D-DE01-CB40-AEF5-C9DD7CD06225}" type="slidenum">
              <a:rPr lang="es-ES" smtClean="0"/>
              <a:pPr/>
              <a:t>‹Nº›</a:t>
            </a:fld>
            <a:endParaRPr lang="es-ES"/>
          </a:p>
        </p:txBody>
      </p:sp>
      <p:sp>
        <p:nvSpPr>
          <p:cNvPr id="9" name="Marcador de número de diapositiva 5">
            <a:extLst>
              <a:ext uri="{FF2B5EF4-FFF2-40B4-BE49-F238E27FC236}">
                <a16:creationId xmlns:a16="http://schemas.microsoft.com/office/drawing/2014/main" id="{569B5B9B-376F-C705-5B0F-9F2F46AF0001}"/>
              </a:ext>
            </a:extLst>
          </p:cNvPr>
          <p:cNvSpPr txBox="1">
            <a:spLocks/>
          </p:cNvSpPr>
          <p:nvPr userDrawn="1"/>
        </p:nvSpPr>
        <p:spPr>
          <a:xfrm>
            <a:off x="10986887" y="6508750"/>
            <a:ext cx="980356" cy="365125"/>
          </a:xfrm>
          <a:prstGeom prst="rect">
            <a:avLst/>
          </a:prstGeom>
        </p:spPr>
        <p:txBody>
          <a:bodyPr vert="horz" lIns="91440" tIns="45720" rIns="91440" bIns="45720" rtlCol="0" anchor="ctr"/>
          <a:lstStyle>
            <a:defPPr>
              <a:defRPr lang="es-ES"/>
            </a:defPPr>
            <a:lvl1pPr marL="0" algn="r" defTabSz="914400" rtl="0" eaLnBrk="1" latinLnBrk="0" hangingPunct="1">
              <a:defRPr sz="900" b="0"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a:p>
        </p:txBody>
      </p:sp>
      <p:sp>
        <p:nvSpPr>
          <p:cNvPr id="10"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8" y="339982"/>
            <a:ext cx="4038594" cy="1179872"/>
          </a:xfrm>
          <a:prstGeom prst="rect">
            <a:avLst/>
          </a:prstGeom>
        </p:spPr>
        <p:txBody>
          <a:bodyPr/>
          <a:lstStyle>
            <a:lvl1pPr marL="0" indent="0">
              <a:buNone/>
              <a:defRPr sz="3200" b="1" i="0">
                <a:solidFill>
                  <a:schemeClr val="tx1"/>
                </a:solidFill>
                <a:latin typeface="Arial Narrow" panose="020B0604020202020204" pitchFamily="34" charset="0"/>
              </a:defRPr>
            </a:lvl1pPr>
          </a:lstStyle>
          <a:p>
            <a:pPr lvl="0"/>
            <a:r>
              <a:rPr lang="es-ES"/>
              <a:t>TITLE ALWAYS IN CAPITAL LETTERS</a:t>
            </a:r>
          </a:p>
        </p:txBody>
      </p:sp>
      <p:sp>
        <p:nvSpPr>
          <p:cNvPr id="4" name="Marcador de texto 16">
            <a:extLst>
              <a:ext uri="{FF2B5EF4-FFF2-40B4-BE49-F238E27FC236}">
                <a16:creationId xmlns:a16="http://schemas.microsoft.com/office/drawing/2014/main" id="{6ADF3DA9-695C-09E2-DD93-1D5245FD1B15}"/>
              </a:ext>
            </a:extLst>
          </p:cNvPr>
          <p:cNvSpPr>
            <a:spLocks noGrp="1"/>
          </p:cNvSpPr>
          <p:nvPr>
            <p:ph type="body" sz="quarter" idx="17"/>
          </p:nvPr>
        </p:nvSpPr>
        <p:spPr>
          <a:xfrm>
            <a:off x="5687454" y="339982"/>
            <a:ext cx="6018991" cy="5709836"/>
          </a:xfrm>
          <a:prstGeom prst="rect">
            <a:avLst/>
          </a:prstGeom>
        </p:spPr>
        <p:txBody>
          <a:bodyPr/>
          <a:lstStyle>
            <a:lvl1pPr>
              <a:defRPr sz="1600" b="0" i="0">
                <a:solidFill>
                  <a:schemeClr val="tx1"/>
                </a:solidFill>
                <a:latin typeface="Arial" panose="020B0604020202020204" pitchFamily="34" charset="0"/>
                <a:cs typeface="Arial" panose="020B0604020202020204" pitchFamily="34" charset="0"/>
              </a:defRPr>
            </a:lvl1pPr>
          </a:lstStyle>
          <a:p>
            <a:pPr lvl="0"/>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s-ES"/>
          </a:p>
          <a:p>
            <a:pPr lvl="0"/>
            <a:endParaRPr lang="es-ES"/>
          </a:p>
          <a:p>
            <a:pPr lvl="0"/>
            <a:endParaRPr lang="es-ES"/>
          </a:p>
          <a:p>
            <a:pPr lvl="0"/>
            <a:endParaRPr lang="es-ES"/>
          </a:p>
        </p:txBody>
      </p:sp>
      <p:sp>
        <p:nvSpPr>
          <p:cNvPr id="3" name="Marcador de texto 4">
            <a:extLst>
              <a:ext uri="{FF2B5EF4-FFF2-40B4-BE49-F238E27FC236}">
                <a16:creationId xmlns:a16="http://schemas.microsoft.com/office/drawing/2014/main" id="{3787E3A8-4E3C-22A4-9366-B9BEFE7DB323}"/>
              </a:ext>
            </a:extLst>
          </p:cNvPr>
          <p:cNvSpPr>
            <a:spLocks noGrp="1"/>
          </p:cNvSpPr>
          <p:nvPr>
            <p:ph type="body" sz="quarter" idx="25"/>
          </p:nvPr>
        </p:nvSpPr>
        <p:spPr>
          <a:xfrm>
            <a:off x="555625" y="1558184"/>
            <a:ext cx="4038277" cy="4491634"/>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0921928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75_Text light blu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6E4F84-5872-0CF6-8798-F5D2100A4B01}"/>
              </a:ext>
            </a:extLst>
          </p:cNvPr>
          <p:cNvGraphicFramePr>
            <a:graphicFrameLocks noChangeAspect="1"/>
          </p:cNvGraphicFramePr>
          <p:nvPr userDrawn="1">
            <p:custDataLst>
              <p:tags r:id="rId1"/>
            </p:custDataLst>
            <p:extLst>
              <p:ext uri="{D42A27DB-BD31-4B8C-83A1-F6EECF244321}">
                <p14:modId xmlns:p14="http://schemas.microsoft.com/office/powerpoint/2010/main" val="12257268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8" name="think-cell data - do not delete" hidden="1">
                        <a:extLst>
                          <a:ext uri="{FF2B5EF4-FFF2-40B4-BE49-F238E27FC236}">
                            <a16:creationId xmlns:a16="http://schemas.microsoft.com/office/drawing/2014/main" id="{F56E4F84-5872-0CF6-8798-F5D2100A4B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1">
            <a:extLst>
              <a:ext uri="{FF2B5EF4-FFF2-40B4-BE49-F238E27FC236}">
                <a16:creationId xmlns:a16="http://schemas.microsoft.com/office/drawing/2014/main" id="{C114EC5B-2EEC-2F5A-DA45-585989C9831A}"/>
              </a:ext>
            </a:extLst>
          </p:cNvPr>
          <p:cNvSpPr/>
          <p:nvPr userDrawn="1"/>
        </p:nvSpPr>
        <p:spPr>
          <a:xfrm>
            <a:off x="6096000" y="0"/>
            <a:ext cx="6096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2"/>
                </a:solidFill>
              </a:defRPr>
            </a:lvl1pPr>
          </a:lstStyle>
          <a:p>
            <a:r>
              <a:rPr lang="es-ES" err="1"/>
              <a:t>Proprietary</a:t>
            </a:r>
            <a:r>
              <a:rPr lang="es-ES"/>
              <a:t> </a:t>
            </a:r>
            <a:r>
              <a:rPr lang="es-ES" err="1"/>
              <a:t>Information</a:t>
            </a:r>
            <a:r>
              <a:rPr lang="es-ES"/>
              <a:t> - </a:t>
            </a:r>
            <a:r>
              <a:rPr lang="es-ES" err="1"/>
              <a:t>Confidential</a:t>
            </a:r>
            <a:endParaRPr lang="es-ES"/>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2"/>
                </a:solidFill>
              </a:defRPr>
            </a:lvl1pPr>
          </a:lstStyle>
          <a:p>
            <a:fld id="{FF2CED2D-DE01-CB40-AEF5-C9DD7CD06225}" type="slidenum">
              <a:rPr lang="es-ES" smtClean="0"/>
              <a:pPr/>
              <a:t>‹Nº›</a:t>
            </a:fld>
            <a:endParaRPr lang="es-ES"/>
          </a:p>
        </p:txBody>
      </p:sp>
      <p:sp>
        <p:nvSpPr>
          <p:cNvPr id="9" name="Marcador de número de diapositiva 5">
            <a:extLst>
              <a:ext uri="{FF2B5EF4-FFF2-40B4-BE49-F238E27FC236}">
                <a16:creationId xmlns:a16="http://schemas.microsoft.com/office/drawing/2014/main" id="{569B5B9B-376F-C705-5B0F-9F2F46AF0001}"/>
              </a:ext>
            </a:extLst>
          </p:cNvPr>
          <p:cNvSpPr txBox="1">
            <a:spLocks/>
          </p:cNvSpPr>
          <p:nvPr userDrawn="1"/>
        </p:nvSpPr>
        <p:spPr>
          <a:xfrm>
            <a:off x="10986887" y="6508750"/>
            <a:ext cx="980356" cy="365125"/>
          </a:xfrm>
          <a:prstGeom prst="rect">
            <a:avLst/>
          </a:prstGeom>
        </p:spPr>
        <p:txBody>
          <a:bodyPr vert="horz" lIns="91440" tIns="45720" rIns="91440" bIns="45720" rtlCol="0" anchor="ctr"/>
          <a:lstStyle>
            <a:defPPr>
              <a:defRPr lang="es-ES"/>
            </a:defPPr>
            <a:lvl1pPr marL="0" algn="r" defTabSz="914400" rtl="0" eaLnBrk="1" latinLnBrk="0" hangingPunct="1">
              <a:defRPr sz="900" b="0"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a:p>
        </p:txBody>
      </p:sp>
      <p:sp>
        <p:nvSpPr>
          <p:cNvPr id="10"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7" y="339982"/>
            <a:ext cx="5188268" cy="1179872"/>
          </a:xfrm>
          <a:prstGeom prst="rect">
            <a:avLst/>
          </a:prstGeom>
        </p:spPr>
        <p:txBody>
          <a:bodyPr/>
          <a:lstStyle>
            <a:lvl1pPr marL="0" indent="0">
              <a:buNone/>
              <a:defRPr sz="3200" b="1" i="0">
                <a:solidFill>
                  <a:schemeClr val="tx1"/>
                </a:solidFill>
                <a:latin typeface="Arial Narrow" panose="020B0604020202020204" pitchFamily="34" charset="0"/>
              </a:defRPr>
            </a:lvl1pPr>
          </a:lstStyle>
          <a:p>
            <a:pPr lvl="0"/>
            <a:r>
              <a:rPr lang="es-ES"/>
              <a:t>TITLE ALWAYS IN CAPITAL LETTERS</a:t>
            </a:r>
          </a:p>
        </p:txBody>
      </p:sp>
      <p:sp>
        <p:nvSpPr>
          <p:cNvPr id="4" name="Marcador de texto 16">
            <a:extLst>
              <a:ext uri="{FF2B5EF4-FFF2-40B4-BE49-F238E27FC236}">
                <a16:creationId xmlns:a16="http://schemas.microsoft.com/office/drawing/2014/main" id="{678D5212-EFFB-F455-1A54-F90ECE50596B}"/>
              </a:ext>
            </a:extLst>
          </p:cNvPr>
          <p:cNvSpPr>
            <a:spLocks noGrp="1"/>
          </p:cNvSpPr>
          <p:nvPr>
            <p:ph type="body" sz="quarter" idx="17"/>
          </p:nvPr>
        </p:nvSpPr>
        <p:spPr>
          <a:xfrm>
            <a:off x="6496050" y="339982"/>
            <a:ext cx="5210395" cy="5709836"/>
          </a:xfrm>
          <a:prstGeom prst="rect">
            <a:avLst/>
          </a:prstGeom>
        </p:spPr>
        <p:txBody>
          <a:bodyPr/>
          <a:lstStyle>
            <a:lvl1pPr>
              <a:defRPr sz="1600" b="0" i="0">
                <a:solidFill>
                  <a:schemeClr val="tx1"/>
                </a:solidFill>
                <a:latin typeface="Arial" panose="020B0604020202020204" pitchFamily="34" charset="0"/>
                <a:cs typeface="Arial" panose="020B0604020202020204" pitchFamily="34" charset="0"/>
              </a:defRPr>
            </a:lvl1pPr>
          </a:lstStyle>
          <a:p>
            <a:pPr lvl="0"/>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s-ES"/>
          </a:p>
          <a:p>
            <a:pPr lvl="0"/>
            <a:endParaRPr lang="es-ES"/>
          </a:p>
          <a:p>
            <a:pPr lvl="0"/>
            <a:endParaRPr lang="es-ES"/>
          </a:p>
          <a:p>
            <a:pPr lvl="0"/>
            <a:endParaRPr lang="es-ES"/>
          </a:p>
        </p:txBody>
      </p:sp>
      <p:sp>
        <p:nvSpPr>
          <p:cNvPr id="3" name="Marcador de texto 4">
            <a:extLst>
              <a:ext uri="{FF2B5EF4-FFF2-40B4-BE49-F238E27FC236}">
                <a16:creationId xmlns:a16="http://schemas.microsoft.com/office/drawing/2014/main" id="{892928D3-1F28-C7AA-4309-D144B677071E}"/>
              </a:ext>
            </a:extLst>
          </p:cNvPr>
          <p:cNvSpPr>
            <a:spLocks noGrp="1"/>
          </p:cNvSpPr>
          <p:nvPr>
            <p:ph type="body" sz="quarter" idx="25"/>
          </p:nvPr>
        </p:nvSpPr>
        <p:spPr>
          <a:xfrm>
            <a:off x="555625" y="1558184"/>
            <a:ext cx="5187950" cy="4491634"/>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3405926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76_Text light blu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6E4F84-5872-0CF6-8798-F5D2100A4B01}"/>
              </a:ext>
            </a:extLst>
          </p:cNvPr>
          <p:cNvGraphicFramePr>
            <a:graphicFrameLocks noChangeAspect="1"/>
          </p:cNvGraphicFramePr>
          <p:nvPr userDrawn="1">
            <p:custDataLst>
              <p:tags r:id="rId1"/>
            </p:custDataLst>
            <p:extLst>
              <p:ext uri="{D42A27DB-BD31-4B8C-83A1-F6EECF244321}">
                <p14:modId xmlns:p14="http://schemas.microsoft.com/office/powerpoint/2010/main" val="12257268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8" name="think-cell data - do not delete" hidden="1">
                        <a:extLst>
                          <a:ext uri="{FF2B5EF4-FFF2-40B4-BE49-F238E27FC236}">
                            <a16:creationId xmlns:a16="http://schemas.microsoft.com/office/drawing/2014/main" id="{F56E4F84-5872-0CF6-8798-F5D2100A4B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ángulo 1">
            <a:extLst>
              <a:ext uri="{FF2B5EF4-FFF2-40B4-BE49-F238E27FC236}">
                <a16:creationId xmlns:a16="http://schemas.microsoft.com/office/drawing/2014/main" id="{C114EC5B-2EEC-2F5A-DA45-585989C9831A}"/>
              </a:ext>
            </a:extLst>
          </p:cNvPr>
          <p:cNvSpPr/>
          <p:nvPr userDrawn="1"/>
        </p:nvSpPr>
        <p:spPr>
          <a:xfrm>
            <a:off x="8277224" y="0"/>
            <a:ext cx="3914775"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2"/>
                </a:solidFill>
              </a:defRPr>
            </a:lvl1pPr>
          </a:lstStyle>
          <a:p>
            <a:r>
              <a:rPr lang="es-ES" err="1"/>
              <a:t>Proprietary</a:t>
            </a:r>
            <a:r>
              <a:rPr lang="es-ES"/>
              <a:t> </a:t>
            </a:r>
            <a:r>
              <a:rPr lang="es-ES" err="1"/>
              <a:t>Information</a:t>
            </a:r>
            <a:r>
              <a:rPr lang="es-ES"/>
              <a:t> - </a:t>
            </a:r>
            <a:r>
              <a:rPr lang="es-ES" err="1"/>
              <a:t>Confidential</a:t>
            </a:r>
            <a:endParaRPr lang="es-ES"/>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2"/>
                </a:solidFill>
              </a:defRPr>
            </a:lvl1pPr>
          </a:lstStyle>
          <a:p>
            <a:fld id="{FF2CED2D-DE01-CB40-AEF5-C9DD7CD06225}" type="slidenum">
              <a:rPr lang="es-ES" smtClean="0"/>
              <a:pPr/>
              <a:t>‹Nº›</a:t>
            </a:fld>
            <a:endParaRPr lang="es-ES"/>
          </a:p>
        </p:txBody>
      </p:sp>
      <p:sp>
        <p:nvSpPr>
          <p:cNvPr id="9" name="Marcador de número de diapositiva 5">
            <a:extLst>
              <a:ext uri="{FF2B5EF4-FFF2-40B4-BE49-F238E27FC236}">
                <a16:creationId xmlns:a16="http://schemas.microsoft.com/office/drawing/2014/main" id="{569B5B9B-376F-C705-5B0F-9F2F46AF0001}"/>
              </a:ext>
            </a:extLst>
          </p:cNvPr>
          <p:cNvSpPr txBox="1">
            <a:spLocks/>
          </p:cNvSpPr>
          <p:nvPr userDrawn="1"/>
        </p:nvSpPr>
        <p:spPr>
          <a:xfrm>
            <a:off x="10986887" y="6508750"/>
            <a:ext cx="980356" cy="365125"/>
          </a:xfrm>
          <a:prstGeom prst="rect">
            <a:avLst/>
          </a:prstGeom>
        </p:spPr>
        <p:txBody>
          <a:bodyPr vert="horz" lIns="91440" tIns="45720" rIns="91440" bIns="45720" rtlCol="0" anchor="ctr"/>
          <a:lstStyle>
            <a:defPPr>
              <a:defRPr lang="es-ES"/>
            </a:defPPr>
            <a:lvl1pPr marL="0" algn="r" defTabSz="914400" rtl="0" eaLnBrk="1" latinLnBrk="0" hangingPunct="1">
              <a:defRPr sz="900" b="0" i="0" kern="1200">
                <a:solidFill>
                  <a:schemeClr val="bg1"/>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s-ES"/>
          </a:p>
        </p:txBody>
      </p:sp>
      <p:sp>
        <p:nvSpPr>
          <p:cNvPr id="4" name="Marcador de texto 16">
            <a:extLst>
              <a:ext uri="{FF2B5EF4-FFF2-40B4-BE49-F238E27FC236}">
                <a16:creationId xmlns:a16="http://schemas.microsoft.com/office/drawing/2014/main" id="{F19BAED2-4971-DECF-2B12-F4AEFEB17DDE}"/>
              </a:ext>
            </a:extLst>
          </p:cNvPr>
          <p:cNvSpPr>
            <a:spLocks noGrp="1"/>
          </p:cNvSpPr>
          <p:nvPr>
            <p:ph type="body" sz="quarter" idx="17"/>
          </p:nvPr>
        </p:nvSpPr>
        <p:spPr>
          <a:xfrm>
            <a:off x="8605477" y="339982"/>
            <a:ext cx="3100968" cy="5709836"/>
          </a:xfrm>
          <a:prstGeom prst="rect">
            <a:avLst/>
          </a:prstGeom>
        </p:spPr>
        <p:txBody>
          <a:bodyPr/>
          <a:lstStyle>
            <a:lvl1pPr>
              <a:defRPr sz="1600" b="0" i="0">
                <a:solidFill>
                  <a:schemeClr val="tx1"/>
                </a:solidFill>
                <a:latin typeface="Arial" panose="020B0604020202020204" pitchFamily="34" charset="0"/>
                <a:cs typeface="Arial" panose="020B0604020202020204" pitchFamily="34" charset="0"/>
              </a:defRPr>
            </a:lvl1pPr>
          </a:lstStyle>
          <a:p>
            <a:pPr lvl="0"/>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s-ES"/>
          </a:p>
          <a:p>
            <a:pPr lvl="0"/>
            <a:endParaRPr lang="es-ES"/>
          </a:p>
          <a:p>
            <a:pPr lvl="0"/>
            <a:endParaRPr lang="es-ES"/>
          </a:p>
          <a:p>
            <a:pPr lvl="0"/>
            <a:endParaRPr lang="es-ES"/>
          </a:p>
        </p:txBody>
      </p:sp>
      <p:sp>
        <p:nvSpPr>
          <p:cNvPr id="3" name="Marcador de texto 4">
            <a:extLst>
              <a:ext uri="{FF2B5EF4-FFF2-40B4-BE49-F238E27FC236}">
                <a16:creationId xmlns:a16="http://schemas.microsoft.com/office/drawing/2014/main" id="{AB49E4DE-6CC1-C662-1C08-7BEB6D8252B2}"/>
              </a:ext>
            </a:extLst>
          </p:cNvPr>
          <p:cNvSpPr>
            <a:spLocks noGrp="1"/>
          </p:cNvSpPr>
          <p:nvPr>
            <p:ph type="body" sz="quarter" idx="25"/>
          </p:nvPr>
        </p:nvSpPr>
        <p:spPr>
          <a:xfrm>
            <a:off x="555625" y="1558184"/>
            <a:ext cx="7564298" cy="4491634"/>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
        <p:nvSpPr>
          <p:cNvPr id="11" name="Marcador de texto 2">
            <a:extLst>
              <a:ext uri="{FF2B5EF4-FFF2-40B4-BE49-F238E27FC236}">
                <a16:creationId xmlns:a16="http://schemas.microsoft.com/office/drawing/2014/main" id="{F9B2D6FE-2891-DB99-E4CA-6C655B5EDDCA}"/>
              </a:ext>
            </a:extLst>
          </p:cNvPr>
          <p:cNvSpPr>
            <a:spLocks noGrp="1"/>
          </p:cNvSpPr>
          <p:nvPr>
            <p:ph type="body" sz="quarter" idx="28" hasCustomPrompt="1"/>
          </p:nvPr>
        </p:nvSpPr>
        <p:spPr>
          <a:xfrm>
            <a:off x="555307" y="974785"/>
            <a:ext cx="7578725" cy="537506"/>
          </a:xfrm>
          <a:prstGeom prst="rect">
            <a:avLst/>
          </a:prstGeom>
        </p:spPr>
        <p:txBody>
          <a:bodyPr/>
          <a:lstStyle>
            <a:lvl1pPr marL="0" indent="0">
              <a:buNone/>
              <a:defRPr sz="1800" b="1">
                <a:latin typeface="Arial" panose="020B0604020202020204" pitchFamily="34" charset="0"/>
                <a:cs typeface="Arial" panose="020B0604020202020204" pitchFamily="34" charset="0"/>
              </a:defRPr>
            </a:lvl1pPr>
            <a:lvl2pPr>
              <a:defRPr sz="1600">
                <a:latin typeface="Arial" panose="020B0604020202020204" pitchFamily="34" charset="0"/>
                <a:cs typeface="Arial" panose="020B0604020202020204" pitchFamily="34" charset="0"/>
              </a:defRPr>
            </a:lvl2pPr>
            <a:lvl3pPr marL="914400" indent="0">
              <a:buNone/>
              <a:defRPr sz="14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s-ES"/>
              <a:t>Text</a:t>
            </a:r>
          </a:p>
        </p:txBody>
      </p:sp>
      <p:sp>
        <p:nvSpPr>
          <p:cNvPr id="12" name="Marcador de texto 12">
            <a:extLst>
              <a:ext uri="{FF2B5EF4-FFF2-40B4-BE49-F238E27FC236}">
                <a16:creationId xmlns:a16="http://schemas.microsoft.com/office/drawing/2014/main" id="{EB429E98-2879-C171-0C9C-1AB6DBE8A86A}"/>
              </a:ext>
            </a:extLst>
          </p:cNvPr>
          <p:cNvSpPr>
            <a:spLocks noGrp="1"/>
          </p:cNvSpPr>
          <p:nvPr>
            <p:ph type="body" sz="quarter" idx="27" hasCustomPrompt="1"/>
          </p:nvPr>
        </p:nvSpPr>
        <p:spPr>
          <a:xfrm>
            <a:off x="555308" y="339982"/>
            <a:ext cx="7564616" cy="454471"/>
          </a:xfrm>
          <a:prstGeom prst="rect">
            <a:avLst/>
          </a:prstGeom>
        </p:spPr>
        <p:txBody>
          <a:bodyPr/>
          <a:lstStyle>
            <a:lvl1pPr marL="0" indent="0">
              <a:buNone/>
              <a:defRPr sz="3200" b="1" i="0">
                <a:solidFill>
                  <a:sysClr val="windowText" lastClr="000000"/>
                </a:solidFill>
                <a:latin typeface="Arial Narrow" panose="020B0604020202020204" pitchFamily="34" charset="0"/>
              </a:defRPr>
            </a:lvl1pPr>
          </a:lstStyle>
          <a:p>
            <a:pPr lvl="0"/>
            <a:r>
              <a:rPr lang="es-ES"/>
              <a:t>TITLE ALWAYS IN CAPITAL LETTERS</a:t>
            </a:r>
          </a:p>
        </p:txBody>
      </p:sp>
    </p:spTree>
    <p:extLst>
      <p:ext uri="{BB962C8B-B14F-4D97-AF65-F5344CB8AC3E}">
        <p14:creationId xmlns:p14="http://schemas.microsoft.com/office/powerpoint/2010/main" val="21774416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91_Text &amp; picture">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7309B4FE-BB65-C47F-19E4-9B799373EDBA}"/>
              </a:ext>
            </a:extLst>
          </p:cNvPr>
          <p:cNvSpPr>
            <a:spLocks noGrp="1"/>
          </p:cNvSpPr>
          <p:nvPr>
            <p:ph type="pic" sz="quarter" idx="21" hasCustomPrompt="1"/>
          </p:nvPr>
        </p:nvSpPr>
        <p:spPr>
          <a:xfrm>
            <a:off x="5411585" y="1"/>
            <a:ext cx="6780415" cy="6858000"/>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10"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7" y="339982"/>
            <a:ext cx="4500000" cy="1179872"/>
          </a:xfrm>
          <a:prstGeom prst="rect">
            <a:avLst/>
          </a:prstGeom>
        </p:spPr>
        <p:txBody>
          <a:bodyPr/>
          <a:lstStyle>
            <a:lvl1pPr marL="0" indent="0">
              <a:buNone/>
              <a:defRPr sz="3200" b="1" i="0">
                <a:solidFill>
                  <a:srgbClr val="0042ED"/>
                </a:solidFill>
                <a:latin typeface="Arial Narrow" panose="020B0604020202020204" pitchFamily="34" charset="0"/>
              </a:defRPr>
            </a:lvl1pPr>
          </a:lstStyle>
          <a:p>
            <a:pPr lvl="0"/>
            <a:r>
              <a:rPr lang="es-ES"/>
              <a:t>TITLE ALWAYS IN CAPITAL LETTERS</a:t>
            </a:r>
          </a:p>
        </p:txBody>
      </p:sp>
      <p:sp>
        <p:nvSpPr>
          <p:cNvPr id="4" name="Marcador de texto 4">
            <a:extLst>
              <a:ext uri="{FF2B5EF4-FFF2-40B4-BE49-F238E27FC236}">
                <a16:creationId xmlns:a16="http://schemas.microsoft.com/office/drawing/2014/main" id="{CE2DDAEF-DC78-8A96-10E3-7588D4D23FDC}"/>
              </a:ext>
            </a:extLst>
          </p:cNvPr>
          <p:cNvSpPr>
            <a:spLocks noGrp="1"/>
          </p:cNvSpPr>
          <p:nvPr>
            <p:ph type="body" sz="quarter" idx="25"/>
          </p:nvPr>
        </p:nvSpPr>
        <p:spPr>
          <a:xfrm>
            <a:off x="555624" y="1558184"/>
            <a:ext cx="4516707" cy="4491634"/>
          </a:xfrm>
          <a:prstGeom prst="rect">
            <a:avLst/>
          </a:prstGeom>
        </p:spPr>
        <p:txBody>
          <a:bodyPr/>
          <a:lstStyle>
            <a:lvl1pPr>
              <a:defRPr sz="1600">
                <a:latin typeface="+mn-lt"/>
              </a:defRPr>
            </a:lvl1pPr>
            <a:lvl2pPr>
              <a:defRPr sz="1400">
                <a:latin typeface="+mn-lt"/>
              </a:defRPr>
            </a:lvl2pPr>
            <a:lvl3pPr>
              <a:defRPr sz="1200">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5347868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92_Text &amp; picture">
    <p:bg>
      <p:bgPr>
        <a:solidFill>
          <a:srgbClr val="0042ED"/>
        </a:solidFill>
        <a:effectLst/>
      </p:bgPr>
    </p:bg>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7309B4FE-BB65-C47F-19E4-9B799373EDBA}"/>
              </a:ext>
            </a:extLst>
          </p:cNvPr>
          <p:cNvSpPr>
            <a:spLocks noGrp="1"/>
          </p:cNvSpPr>
          <p:nvPr>
            <p:ph type="pic" sz="quarter" idx="21" hasCustomPrompt="1"/>
          </p:nvPr>
        </p:nvSpPr>
        <p:spPr>
          <a:xfrm>
            <a:off x="5411585" y="1"/>
            <a:ext cx="6780415" cy="6858000"/>
          </a:xfrm>
          <a:prstGeom prst="rect">
            <a:avLst/>
          </a:prstGeom>
        </p:spPr>
        <p:txBody>
          <a:bodyPr/>
          <a:lstStyle>
            <a:lvl1pPr marL="0" indent="0">
              <a:buNone/>
              <a:defRPr b="0" i="0">
                <a:solidFill>
                  <a:schemeClr val="bg1"/>
                </a:solidFill>
                <a:latin typeface="Arial" panose="020B0604020202020204" pitchFamily="34" charset="0"/>
                <a:cs typeface="Arial" panose="020B0604020202020204" pitchFamily="34" charset="0"/>
              </a:defRPr>
            </a:lvl1pPr>
          </a:lstStyle>
          <a:p>
            <a:r>
              <a:rPr lang="es-ES"/>
              <a:t>Imagen</a:t>
            </a: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1"/>
                </a:solidFill>
              </a:defRPr>
            </a:lvl1p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1"/>
                </a:solidFill>
              </a:defRPr>
            </a:lvl1pPr>
          </a:lstStyle>
          <a:p>
            <a:fld id="{FF2CED2D-DE01-CB40-AEF5-C9DD7CD06225}" type="slidenum">
              <a:rPr lang="es-ES" smtClean="0"/>
              <a:pPr/>
              <a:t>‹Nº›</a:t>
            </a:fld>
            <a:endParaRPr lang="es-ES"/>
          </a:p>
        </p:txBody>
      </p:sp>
      <p:pic>
        <p:nvPicPr>
          <p:cNvPr id="4" name="Imagen 1">
            <a:extLst>
              <a:ext uri="{FF2B5EF4-FFF2-40B4-BE49-F238E27FC236}">
                <a16:creationId xmlns:a16="http://schemas.microsoft.com/office/drawing/2014/main" id="{A7E90146-F6B7-FCD3-D1D9-42D8FE0A6ECB}"/>
              </a:ext>
            </a:extLst>
          </p:cNvPr>
          <p:cNvPicPr/>
          <p:nvPr userDrawn="1"/>
        </p:nvPicPr>
        <p:blipFill>
          <a:blip r:embed="rId2"/>
          <a:stretch>
            <a:fillRect/>
          </a:stretch>
        </p:blipFill>
        <p:spPr>
          <a:xfrm>
            <a:off x="653742" y="6320455"/>
            <a:ext cx="663716" cy="293070"/>
          </a:xfrm>
          <a:prstGeom prst="rect">
            <a:avLst/>
          </a:prstGeom>
        </p:spPr>
      </p:pic>
      <p:sp>
        <p:nvSpPr>
          <p:cNvPr id="8"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8" y="339982"/>
            <a:ext cx="4500000" cy="1179872"/>
          </a:xfrm>
          <a:prstGeom prst="rect">
            <a:avLst/>
          </a:prstGeom>
        </p:spPr>
        <p:txBody>
          <a:bodyPr/>
          <a:lstStyle>
            <a:lvl1pPr marL="0" indent="0">
              <a:buNone/>
              <a:defRPr sz="3200" b="1" i="0">
                <a:solidFill>
                  <a:schemeClr val="bg2"/>
                </a:solidFill>
                <a:latin typeface="Arial Narrow" panose="020B0604020202020204" pitchFamily="34" charset="0"/>
              </a:defRPr>
            </a:lvl1pPr>
          </a:lstStyle>
          <a:p>
            <a:pPr lvl="0"/>
            <a:r>
              <a:rPr lang="es-ES"/>
              <a:t>TITLE ALWAYS IN CAPITAL LETTERS</a:t>
            </a:r>
          </a:p>
        </p:txBody>
      </p:sp>
      <p:sp>
        <p:nvSpPr>
          <p:cNvPr id="5" name="Marcador de texto 4">
            <a:extLst>
              <a:ext uri="{FF2B5EF4-FFF2-40B4-BE49-F238E27FC236}">
                <a16:creationId xmlns:a16="http://schemas.microsoft.com/office/drawing/2014/main" id="{B83FC364-E106-4924-1DEC-9306912CCD0B}"/>
              </a:ext>
            </a:extLst>
          </p:cNvPr>
          <p:cNvSpPr>
            <a:spLocks noGrp="1"/>
          </p:cNvSpPr>
          <p:nvPr>
            <p:ph type="body" sz="quarter" idx="25"/>
          </p:nvPr>
        </p:nvSpPr>
        <p:spPr>
          <a:xfrm>
            <a:off x="555624" y="1558184"/>
            <a:ext cx="4516707" cy="4491634"/>
          </a:xfrm>
          <a:prstGeom prst="rect">
            <a:avLst/>
          </a:prstGeom>
        </p:spPr>
        <p:txBody>
          <a:bodyPr/>
          <a:lstStyle>
            <a:lvl1pPr>
              <a:defRPr sz="1600">
                <a:solidFill>
                  <a:schemeClr val="bg1"/>
                </a:solidFill>
                <a:latin typeface="+mn-lt"/>
              </a:defRPr>
            </a:lvl1pPr>
            <a:lvl2pPr>
              <a:defRPr sz="1400">
                <a:solidFill>
                  <a:schemeClr val="bg1"/>
                </a:solidFill>
                <a:latin typeface="+mn-lt"/>
              </a:defRPr>
            </a:lvl2pPr>
            <a:lvl3pPr>
              <a:defRPr sz="1200">
                <a:solidFill>
                  <a:schemeClr val="bg1"/>
                </a:solidFill>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0134900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3_Text &amp; picture">
    <p:bg>
      <p:bgPr>
        <a:solidFill>
          <a:schemeClr val="tx1"/>
        </a:solidFill>
        <a:effectLst/>
      </p:bgPr>
    </p:bg>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7309B4FE-BB65-C47F-19E4-9B799373EDBA}"/>
              </a:ext>
            </a:extLst>
          </p:cNvPr>
          <p:cNvSpPr>
            <a:spLocks noGrp="1"/>
          </p:cNvSpPr>
          <p:nvPr>
            <p:ph type="pic" sz="quarter" idx="21" hasCustomPrompt="1"/>
          </p:nvPr>
        </p:nvSpPr>
        <p:spPr>
          <a:xfrm>
            <a:off x="5411585" y="1"/>
            <a:ext cx="6780415" cy="6858000"/>
          </a:xfrm>
          <a:prstGeom prst="rect">
            <a:avLst/>
          </a:prstGeom>
        </p:spPr>
        <p:txBody>
          <a:bodyPr/>
          <a:lstStyle>
            <a:lvl1pPr marL="0" indent="0">
              <a:buNone/>
              <a:defRPr b="0" i="0">
                <a:solidFill>
                  <a:schemeClr val="bg1"/>
                </a:solidFill>
                <a:latin typeface="Arial" panose="020B0604020202020204" pitchFamily="34" charset="0"/>
                <a:cs typeface="Arial" panose="020B0604020202020204" pitchFamily="34" charset="0"/>
              </a:defRPr>
            </a:lvl1pPr>
          </a:lstStyle>
          <a:p>
            <a:r>
              <a:rPr lang="es-ES"/>
              <a:t>Imagen</a:t>
            </a: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1"/>
                </a:solidFill>
              </a:defRPr>
            </a:lvl1p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1"/>
                </a:solidFill>
              </a:defRPr>
            </a:lvl1pPr>
          </a:lstStyle>
          <a:p>
            <a:fld id="{FF2CED2D-DE01-CB40-AEF5-C9DD7CD06225}" type="slidenum">
              <a:rPr lang="es-ES" smtClean="0"/>
              <a:pPr/>
              <a:t>‹Nº›</a:t>
            </a:fld>
            <a:endParaRPr lang="es-ES"/>
          </a:p>
        </p:txBody>
      </p:sp>
      <p:pic>
        <p:nvPicPr>
          <p:cNvPr id="4" name="Imagen 1">
            <a:extLst>
              <a:ext uri="{FF2B5EF4-FFF2-40B4-BE49-F238E27FC236}">
                <a16:creationId xmlns:a16="http://schemas.microsoft.com/office/drawing/2014/main" id="{A7E90146-F6B7-FCD3-D1D9-42D8FE0A6ECB}"/>
              </a:ext>
            </a:extLst>
          </p:cNvPr>
          <p:cNvPicPr/>
          <p:nvPr userDrawn="1"/>
        </p:nvPicPr>
        <p:blipFill>
          <a:blip r:embed="rId2"/>
          <a:stretch>
            <a:fillRect/>
          </a:stretch>
        </p:blipFill>
        <p:spPr>
          <a:xfrm>
            <a:off x="653742" y="6320455"/>
            <a:ext cx="663716" cy="293070"/>
          </a:xfrm>
          <a:prstGeom prst="rect">
            <a:avLst/>
          </a:prstGeom>
        </p:spPr>
      </p:pic>
      <p:sp>
        <p:nvSpPr>
          <p:cNvPr id="9"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8" y="339982"/>
            <a:ext cx="4500000" cy="1179872"/>
          </a:xfrm>
          <a:prstGeom prst="rect">
            <a:avLst/>
          </a:prstGeom>
        </p:spPr>
        <p:txBody>
          <a:bodyPr/>
          <a:lstStyle>
            <a:lvl1pPr marL="0" indent="0">
              <a:buNone/>
              <a:defRPr sz="3200" b="1" i="0">
                <a:solidFill>
                  <a:schemeClr val="bg2"/>
                </a:solidFill>
                <a:latin typeface="Arial Narrow" panose="020B0604020202020204" pitchFamily="34" charset="0"/>
              </a:defRPr>
            </a:lvl1pPr>
          </a:lstStyle>
          <a:p>
            <a:pPr lvl="0"/>
            <a:r>
              <a:rPr lang="es-ES"/>
              <a:t>TITLE ALWAYS IN CAPITAL LETTERS</a:t>
            </a:r>
          </a:p>
        </p:txBody>
      </p:sp>
      <p:sp>
        <p:nvSpPr>
          <p:cNvPr id="5" name="Marcador de texto 4">
            <a:extLst>
              <a:ext uri="{FF2B5EF4-FFF2-40B4-BE49-F238E27FC236}">
                <a16:creationId xmlns:a16="http://schemas.microsoft.com/office/drawing/2014/main" id="{3F4CFA84-7459-5A9C-06BE-E73F02BB07E5}"/>
              </a:ext>
            </a:extLst>
          </p:cNvPr>
          <p:cNvSpPr>
            <a:spLocks noGrp="1"/>
          </p:cNvSpPr>
          <p:nvPr>
            <p:ph type="body" sz="quarter" idx="25"/>
          </p:nvPr>
        </p:nvSpPr>
        <p:spPr>
          <a:xfrm>
            <a:off x="555624" y="1558184"/>
            <a:ext cx="4516707" cy="4491634"/>
          </a:xfrm>
          <a:prstGeom prst="rect">
            <a:avLst/>
          </a:prstGeom>
        </p:spPr>
        <p:txBody>
          <a:bodyPr/>
          <a:lstStyle>
            <a:lvl1pPr>
              <a:defRPr sz="1600">
                <a:solidFill>
                  <a:schemeClr val="bg1"/>
                </a:solidFill>
                <a:latin typeface="+mn-lt"/>
              </a:defRPr>
            </a:lvl1pPr>
            <a:lvl2pPr>
              <a:defRPr sz="1400">
                <a:solidFill>
                  <a:schemeClr val="bg1"/>
                </a:solidFill>
                <a:latin typeface="+mn-lt"/>
              </a:defRPr>
            </a:lvl2pPr>
            <a:lvl3pPr>
              <a:defRPr sz="1200">
                <a:solidFill>
                  <a:schemeClr val="bg1"/>
                </a:solidFill>
                <a:latin typeface="+mn-lt"/>
              </a:defRPr>
            </a:lvl3pPr>
            <a:lvl4pPr>
              <a:defRPr>
                <a:latin typeface="+mn-lt"/>
              </a:defRPr>
            </a:lvl4pPr>
            <a:lvl5pPr>
              <a:defRPr>
                <a:latin typeface="+mn-lt"/>
              </a:defRPr>
            </a:lvl5p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3017165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01_Title black">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DB39130-7E19-92A0-FFED-E92D1AB684AC}"/>
              </a:ext>
            </a:extLst>
          </p:cNvPr>
          <p:cNvGraphicFramePr>
            <a:graphicFrameLocks noChangeAspect="1"/>
          </p:cNvGraphicFramePr>
          <p:nvPr userDrawn="1">
            <p:custDataLst>
              <p:tags r:id="rId1"/>
            </p:custDataLst>
            <p:extLst>
              <p:ext uri="{D42A27DB-BD31-4B8C-83A1-F6EECF244321}">
                <p14:modId xmlns:p14="http://schemas.microsoft.com/office/powerpoint/2010/main" val="4557756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10" name="think-cell data - do not delete" hidden="1">
                        <a:extLst>
                          <a:ext uri="{FF2B5EF4-FFF2-40B4-BE49-F238E27FC236}">
                            <a16:creationId xmlns:a16="http://schemas.microsoft.com/office/drawing/2014/main" id="{ADB39130-7E19-92A0-FFED-E92D1AB684A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3" name="Marcador de texto 12">
            <a:extLst>
              <a:ext uri="{FF2B5EF4-FFF2-40B4-BE49-F238E27FC236}">
                <a16:creationId xmlns:a16="http://schemas.microsoft.com/office/drawing/2014/main" id="{073D5877-68A9-C427-EE71-D2E7E405387C}"/>
              </a:ext>
            </a:extLst>
          </p:cNvPr>
          <p:cNvSpPr>
            <a:spLocks noGrp="1"/>
          </p:cNvSpPr>
          <p:nvPr>
            <p:ph type="body" sz="quarter" idx="15" hasCustomPrompt="1"/>
          </p:nvPr>
        </p:nvSpPr>
        <p:spPr>
          <a:xfrm>
            <a:off x="555307" y="339982"/>
            <a:ext cx="11151139" cy="454471"/>
          </a:xfrm>
          <a:prstGeom prst="rect">
            <a:avLst/>
          </a:prstGeom>
        </p:spPr>
        <p:txBody>
          <a:bodyPr/>
          <a:lstStyle>
            <a:lvl1pPr marL="0" indent="0">
              <a:buNone/>
              <a:defRPr sz="3200" b="1" i="0">
                <a:solidFill>
                  <a:schemeClr val="tx1"/>
                </a:solidFill>
                <a:latin typeface="Arial Narrow" panose="020B0604020202020204" pitchFamily="34" charset="0"/>
              </a:defRPr>
            </a:lvl1pPr>
          </a:lstStyle>
          <a:p>
            <a:pPr lvl="0"/>
            <a:r>
              <a:rPr lang="es-ES"/>
              <a:t>TITLE ALWAYS IN CAPITAL LETTERS</a:t>
            </a:r>
          </a:p>
        </p:txBody>
      </p:sp>
    </p:spTree>
    <p:extLst>
      <p:ext uri="{BB962C8B-B14F-4D97-AF65-F5344CB8AC3E}">
        <p14:creationId xmlns:p14="http://schemas.microsoft.com/office/powerpoint/2010/main" val="5104878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02_Title &amp; text black">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50E0902-C73C-B29F-1276-40C742EE5364}"/>
              </a:ext>
            </a:extLst>
          </p:cNvPr>
          <p:cNvGraphicFramePr>
            <a:graphicFrameLocks noChangeAspect="1"/>
          </p:cNvGraphicFramePr>
          <p:nvPr userDrawn="1">
            <p:custDataLst>
              <p:tags r:id="rId1"/>
            </p:custDataLst>
            <p:extLst>
              <p:ext uri="{D42A27DB-BD31-4B8C-83A1-F6EECF244321}">
                <p14:modId xmlns:p14="http://schemas.microsoft.com/office/powerpoint/2010/main" val="1416379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3" imgW="411" imgH="411" progId="TCLayout.ActiveDocument.1">
                  <p:embed/>
                </p:oleObj>
              </mc:Choice>
              <mc:Fallback>
                <p:oleObj name="Diapositiva de think-cell" r:id="rId3" imgW="411" imgH="411" progId="TCLayout.ActiveDocument.1">
                  <p:embed/>
                  <p:pic>
                    <p:nvPicPr>
                      <p:cNvPr id="3" name="think-cell data - do not delete" hidden="1">
                        <a:extLst>
                          <a:ext uri="{FF2B5EF4-FFF2-40B4-BE49-F238E27FC236}">
                            <a16:creationId xmlns:a16="http://schemas.microsoft.com/office/drawing/2014/main" id="{A50E0902-C73C-B29F-1276-40C742EE536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Marcador de texto 16">
            <a:extLst>
              <a:ext uri="{FF2B5EF4-FFF2-40B4-BE49-F238E27FC236}">
                <a16:creationId xmlns:a16="http://schemas.microsoft.com/office/drawing/2014/main" id="{7213C399-11D2-A211-97A8-23AE85C08659}"/>
              </a:ext>
            </a:extLst>
          </p:cNvPr>
          <p:cNvSpPr>
            <a:spLocks noGrp="1"/>
          </p:cNvSpPr>
          <p:nvPr>
            <p:ph type="body" sz="quarter" idx="24" hasCustomPrompt="1"/>
          </p:nvPr>
        </p:nvSpPr>
        <p:spPr>
          <a:xfrm>
            <a:off x="555307" y="1064328"/>
            <a:ext cx="11152799" cy="1228054"/>
          </a:xfrm>
          <a:prstGeom prst="rect">
            <a:avLst/>
          </a:prstGeom>
        </p:spPr>
        <p:txBody>
          <a:bodyPr/>
          <a:lstStyle>
            <a:lvl1pPr marL="0" indent="0">
              <a:buNone/>
              <a:defRPr sz="1400" b="0" i="0">
                <a:latin typeface="Arial" panose="020B0604020202020204" pitchFamily="34" charset="0"/>
                <a:cs typeface="Arial" panose="020B0604020202020204" pitchFamily="34" charset="0"/>
              </a:defRPr>
            </a:lvl1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consectetuer</a:t>
            </a:r>
            <a:r>
              <a:rPr lang="es-ES"/>
              <a:t> </a:t>
            </a:r>
            <a:r>
              <a:rPr lang="es-ES" err="1"/>
              <a:t>adipiscing</a:t>
            </a:r>
            <a:r>
              <a:rPr lang="es-ES"/>
              <a:t> </a:t>
            </a:r>
            <a:r>
              <a:rPr lang="es-ES" err="1"/>
              <a:t>elit</a:t>
            </a:r>
            <a:r>
              <a:rPr lang="es-ES"/>
              <a:t>, sed </a:t>
            </a:r>
            <a:r>
              <a:rPr lang="es-ES" err="1"/>
              <a:t>diam</a:t>
            </a:r>
            <a:r>
              <a:rPr lang="es-ES"/>
              <a:t> </a:t>
            </a:r>
            <a:r>
              <a:rPr lang="es-ES" err="1"/>
              <a:t>nonummy</a:t>
            </a:r>
            <a:r>
              <a:rPr lang="es-ES"/>
              <a:t> </a:t>
            </a:r>
            <a:r>
              <a:rPr lang="es-ES" err="1"/>
              <a:t>nibh</a:t>
            </a:r>
            <a:r>
              <a:rPr lang="es-ES"/>
              <a:t> </a:t>
            </a:r>
            <a:r>
              <a:rPr lang="es-ES" err="1"/>
              <a:t>euismod</a:t>
            </a:r>
            <a:r>
              <a:rPr lang="es-ES"/>
              <a:t> </a:t>
            </a:r>
            <a:r>
              <a:rPr lang="es-ES" err="1"/>
              <a:t>tincidunt</a:t>
            </a:r>
            <a:r>
              <a:rPr lang="es-ES"/>
              <a:t> ut </a:t>
            </a:r>
            <a:r>
              <a:rPr lang="es-ES" err="1"/>
              <a:t>aliquam</a:t>
            </a:r>
            <a:r>
              <a:rPr lang="es-ES"/>
              <a:t> </a:t>
            </a:r>
            <a:r>
              <a:rPr lang="es-ES" err="1"/>
              <a:t>volutpat</a:t>
            </a:r>
            <a:r>
              <a:rPr lang="es-ES"/>
              <a:t> </a:t>
            </a:r>
            <a:r>
              <a:rPr lang="es-ES" err="1"/>
              <a:t>laoreet</a:t>
            </a:r>
            <a:r>
              <a:rPr lang="es-ES"/>
              <a:t> </a:t>
            </a:r>
            <a:r>
              <a:rPr lang="es-ES" err="1"/>
              <a:t>dolore</a:t>
            </a:r>
            <a:r>
              <a:rPr lang="es-ES"/>
              <a:t> magna </a:t>
            </a:r>
            <a:r>
              <a:rPr lang="es-ES" err="1"/>
              <a:t>aliquam</a:t>
            </a:r>
            <a:r>
              <a:rPr lang="es-ES"/>
              <a:t> </a:t>
            </a:r>
            <a:r>
              <a:rPr lang="es-ES" err="1"/>
              <a:t>volutpat</a:t>
            </a:r>
            <a:r>
              <a:rPr lang="es-ES"/>
              <a:t>. </a:t>
            </a: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4" name="Marcador de texto 12">
            <a:extLst>
              <a:ext uri="{FF2B5EF4-FFF2-40B4-BE49-F238E27FC236}">
                <a16:creationId xmlns:a16="http://schemas.microsoft.com/office/drawing/2014/main" id="{E16E29EF-9054-7751-DC7D-C19F31ED3CD6}"/>
              </a:ext>
            </a:extLst>
          </p:cNvPr>
          <p:cNvSpPr>
            <a:spLocks noGrp="1"/>
          </p:cNvSpPr>
          <p:nvPr>
            <p:ph type="body" sz="quarter" idx="27" hasCustomPrompt="1"/>
          </p:nvPr>
        </p:nvSpPr>
        <p:spPr>
          <a:xfrm>
            <a:off x="555307" y="339982"/>
            <a:ext cx="11151139" cy="454471"/>
          </a:xfrm>
          <a:prstGeom prst="rect">
            <a:avLst/>
          </a:prstGeom>
        </p:spPr>
        <p:txBody>
          <a:bodyPr/>
          <a:lstStyle>
            <a:lvl1pPr marL="0" indent="0">
              <a:buNone/>
              <a:defRPr sz="3200" b="1" i="0">
                <a:solidFill>
                  <a:sysClr val="windowText" lastClr="000000"/>
                </a:solidFill>
                <a:latin typeface="Arial Narrow" panose="020B0604020202020204" pitchFamily="34" charset="0"/>
              </a:defRPr>
            </a:lvl1pPr>
          </a:lstStyle>
          <a:p>
            <a:pPr lvl="0"/>
            <a:r>
              <a:rPr lang="es-ES"/>
              <a:t>TITLE ALWAYS IN CAPITAL LETTERS</a:t>
            </a:r>
          </a:p>
        </p:txBody>
      </p:sp>
    </p:spTree>
    <p:extLst>
      <p:ext uri="{BB962C8B-B14F-4D97-AF65-F5344CB8AC3E}">
        <p14:creationId xmlns:p14="http://schemas.microsoft.com/office/powerpoint/2010/main" val="426384644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03_Title &amp; Graph black">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5" name="Marcador de gráfico 4">
            <a:extLst>
              <a:ext uri="{FF2B5EF4-FFF2-40B4-BE49-F238E27FC236}">
                <a16:creationId xmlns:a16="http://schemas.microsoft.com/office/drawing/2014/main" id="{44812BA6-5DFB-194C-219B-68CEF2836269}"/>
              </a:ext>
            </a:extLst>
          </p:cNvPr>
          <p:cNvSpPr>
            <a:spLocks noGrp="1"/>
          </p:cNvSpPr>
          <p:nvPr>
            <p:ph type="chart" sz="quarter" idx="17" hasCustomPrompt="1"/>
          </p:nvPr>
        </p:nvSpPr>
        <p:spPr>
          <a:xfrm>
            <a:off x="555307" y="2364205"/>
            <a:ext cx="11152799" cy="3664454"/>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Gráfico</a:t>
            </a:r>
          </a:p>
        </p:txBody>
      </p:sp>
      <p:sp>
        <p:nvSpPr>
          <p:cNvPr id="4" name="Marcador de texto 16">
            <a:extLst>
              <a:ext uri="{FF2B5EF4-FFF2-40B4-BE49-F238E27FC236}">
                <a16:creationId xmlns:a16="http://schemas.microsoft.com/office/drawing/2014/main" id="{1D807143-1433-9D91-48A2-AD636EB40683}"/>
              </a:ext>
            </a:extLst>
          </p:cNvPr>
          <p:cNvSpPr>
            <a:spLocks noGrp="1"/>
          </p:cNvSpPr>
          <p:nvPr>
            <p:ph type="body" sz="quarter" idx="24" hasCustomPrompt="1"/>
          </p:nvPr>
        </p:nvSpPr>
        <p:spPr>
          <a:xfrm>
            <a:off x="555307" y="1064328"/>
            <a:ext cx="11152799" cy="1228054"/>
          </a:xfrm>
          <a:prstGeom prst="rect">
            <a:avLst/>
          </a:prstGeom>
        </p:spPr>
        <p:txBody>
          <a:bodyPr/>
          <a:lstStyle>
            <a:lvl1pPr marL="0" indent="0">
              <a:buNone/>
              <a:defRPr sz="1400" b="0" i="0">
                <a:latin typeface="Arial" panose="020B0604020202020204" pitchFamily="34" charset="0"/>
                <a:cs typeface="Arial" panose="020B0604020202020204" pitchFamily="34" charset="0"/>
              </a:defRPr>
            </a:lvl1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consectetuer</a:t>
            </a:r>
            <a:r>
              <a:rPr lang="es-ES"/>
              <a:t> </a:t>
            </a:r>
            <a:r>
              <a:rPr lang="es-ES" err="1"/>
              <a:t>adipiscing</a:t>
            </a:r>
            <a:r>
              <a:rPr lang="es-ES"/>
              <a:t> </a:t>
            </a:r>
            <a:r>
              <a:rPr lang="es-ES" err="1"/>
              <a:t>elit</a:t>
            </a:r>
            <a:r>
              <a:rPr lang="es-ES"/>
              <a:t>, sed </a:t>
            </a:r>
            <a:r>
              <a:rPr lang="es-ES" err="1"/>
              <a:t>diam</a:t>
            </a:r>
            <a:r>
              <a:rPr lang="es-ES"/>
              <a:t> </a:t>
            </a:r>
            <a:r>
              <a:rPr lang="es-ES" err="1"/>
              <a:t>nonummy</a:t>
            </a:r>
            <a:r>
              <a:rPr lang="es-ES"/>
              <a:t> </a:t>
            </a:r>
            <a:r>
              <a:rPr lang="es-ES" err="1"/>
              <a:t>nibh</a:t>
            </a:r>
            <a:r>
              <a:rPr lang="es-ES"/>
              <a:t> </a:t>
            </a:r>
            <a:r>
              <a:rPr lang="es-ES" err="1"/>
              <a:t>euismod</a:t>
            </a:r>
            <a:r>
              <a:rPr lang="es-ES"/>
              <a:t> </a:t>
            </a:r>
            <a:r>
              <a:rPr lang="es-ES" err="1"/>
              <a:t>tincidunt</a:t>
            </a:r>
            <a:r>
              <a:rPr lang="es-ES"/>
              <a:t> ut </a:t>
            </a:r>
            <a:r>
              <a:rPr lang="es-ES" err="1"/>
              <a:t>aliquam</a:t>
            </a:r>
            <a:r>
              <a:rPr lang="es-ES"/>
              <a:t> </a:t>
            </a:r>
            <a:r>
              <a:rPr lang="es-ES" err="1"/>
              <a:t>volutpat</a:t>
            </a:r>
            <a:r>
              <a:rPr lang="es-ES"/>
              <a:t> </a:t>
            </a:r>
            <a:r>
              <a:rPr lang="es-ES" err="1"/>
              <a:t>laoreet</a:t>
            </a:r>
            <a:r>
              <a:rPr lang="es-ES"/>
              <a:t> </a:t>
            </a:r>
            <a:r>
              <a:rPr lang="es-ES" err="1"/>
              <a:t>dolore</a:t>
            </a:r>
            <a:r>
              <a:rPr lang="es-ES"/>
              <a:t> magna </a:t>
            </a:r>
            <a:r>
              <a:rPr lang="es-ES" err="1"/>
              <a:t>aliquam</a:t>
            </a:r>
            <a:r>
              <a:rPr lang="es-ES"/>
              <a:t> </a:t>
            </a:r>
            <a:r>
              <a:rPr lang="es-ES" err="1"/>
              <a:t>volutpat</a:t>
            </a:r>
            <a:r>
              <a:rPr lang="es-ES"/>
              <a:t>. </a:t>
            </a:r>
          </a:p>
        </p:txBody>
      </p:sp>
      <p:sp>
        <p:nvSpPr>
          <p:cNvPr id="8" name="Marcador de texto 12">
            <a:extLst>
              <a:ext uri="{FF2B5EF4-FFF2-40B4-BE49-F238E27FC236}">
                <a16:creationId xmlns:a16="http://schemas.microsoft.com/office/drawing/2014/main" id="{605E5DA6-C99F-0E0A-D17B-F688E57DB704}"/>
              </a:ext>
            </a:extLst>
          </p:cNvPr>
          <p:cNvSpPr>
            <a:spLocks noGrp="1"/>
          </p:cNvSpPr>
          <p:nvPr>
            <p:ph type="body" sz="quarter" idx="27" hasCustomPrompt="1"/>
          </p:nvPr>
        </p:nvSpPr>
        <p:spPr>
          <a:xfrm>
            <a:off x="555307" y="339982"/>
            <a:ext cx="11151139" cy="454471"/>
          </a:xfrm>
          <a:prstGeom prst="rect">
            <a:avLst/>
          </a:prstGeom>
        </p:spPr>
        <p:txBody>
          <a:bodyPr/>
          <a:lstStyle>
            <a:lvl1pPr marL="0" indent="0">
              <a:buNone/>
              <a:defRPr sz="3200" b="1" i="0">
                <a:solidFill>
                  <a:sysClr val="windowText" lastClr="000000"/>
                </a:solidFill>
                <a:latin typeface="Arial Narrow" panose="020B0604020202020204" pitchFamily="34" charset="0"/>
              </a:defRPr>
            </a:lvl1pPr>
          </a:lstStyle>
          <a:p>
            <a:pPr lvl="0"/>
            <a:r>
              <a:rPr lang="es-ES"/>
              <a:t>TITLE ALWAYS IN CAPITAL LETTERS</a:t>
            </a:r>
          </a:p>
        </p:txBody>
      </p:sp>
    </p:spTree>
    <p:extLst>
      <p:ext uri="{BB962C8B-B14F-4D97-AF65-F5344CB8AC3E}">
        <p14:creationId xmlns:p14="http://schemas.microsoft.com/office/powerpoint/2010/main" val="115445411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04_Title &amp; Graph black">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9" name="Marcador de gráfico 8">
            <a:extLst>
              <a:ext uri="{FF2B5EF4-FFF2-40B4-BE49-F238E27FC236}">
                <a16:creationId xmlns:a16="http://schemas.microsoft.com/office/drawing/2014/main" id="{9F08C36F-388D-BEEA-322B-90AF0FB4722F}"/>
              </a:ext>
            </a:extLst>
          </p:cNvPr>
          <p:cNvSpPr>
            <a:spLocks noGrp="1"/>
          </p:cNvSpPr>
          <p:nvPr>
            <p:ph type="chart" sz="quarter" idx="17" hasCustomPrompt="1"/>
          </p:nvPr>
        </p:nvSpPr>
        <p:spPr>
          <a:xfrm>
            <a:off x="4891579" y="742686"/>
            <a:ext cx="6807980" cy="4886325"/>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Gráfica</a:t>
            </a:r>
          </a:p>
        </p:txBody>
      </p:sp>
      <p:sp>
        <p:nvSpPr>
          <p:cNvPr id="8"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7" y="339982"/>
            <a:ext cx="4032000" cy="1179872"/>
          </a:xfrm>
          <a:prstGeom prst="rect">
            <a:avLst/>
          </a:prstGeom>
        </p:spPr>
        <p:txBody>
          <a:bodyPr/>
          <a:lstStyle>
            <a:lvl1pPr marL="0" indent="0">
              <a:buNone/>
              <a:defRPr sz="3200" b="1" i="0">
                <a:solidFill>
                  <a:schemeClr val="tx1"/>
                </a:solidFill>
                <a:latin typeface="Arial Narrow" panose="020B0604020202020204" pitchFamily="34" charset="0"/>
              </a:defRPr>
            </a:lvl1pPr>
          </a:lstStyle>
          <a:p>
            <a:pPr lvl="0"/>
            <a:r>
              <a:rPr lang="es-ES"/>
              <a:t>TITLE ALWAYS IN CAPITAL LETTERS</a:t>
            </a:r>
          </a:p>
        </p:txBody>
      </p:sp>
      <p:sp>
        <p:nvSpPr>
          <p:cNvPr id="4" name="Marcador de texto 4">
            <a:extLst>
              <a:ext uri="{FF2B5EF4-FFF2-40B4-BE49-F238E27FC236}">
                <a16:creationId xmlns:a16="http://schemas.microsoft.com/office/drawing/2014/main" id="{082E52D6-875B-FFC3-1AA8-9AA0EE79AE3C}"/>
              </a:ext>
            </a:extLst>
          </p:cNvPr>
          <p:cNvSpPr>
            <a:spLocks noGrp="1"/>
          </p:cNvSpPr>
          <p:nvPr>
            <p:ph type="body" sz="quarter" idx="18"/>
          </p:nvPr>
        </p:nvSpPr>
        <p:spPr>
          <a:xfrm>
            <a:off x="555625" y="1733550"/>
            <a:ext cx="4032000" cy="3895461"/>
          </a:xfrm>
          <a:prstGeom prst="rect">
            <a:avLst/>
          </a:prstGeom>
        </p:spPr>
        <p:txBody>
          <a:bodyPr/>
          <a:lstStyle>
            <a:lvl1pPr>
              <a:defRPr sz="1400"/>
            </a:lvl1pPr>
            <a:lvl2pPr>
              <a:defRPr sz="1200"/>
            </a:lvl2pPr>
            <a:lvl3pPr>
              <a:defRPr sz="1050"/>
            </a:lvl3pPr>
            <a:lvl4pPr>
              <a:defRPr sz="1200"/>
            </a:lvl4pPr>
            <a:lvl5pPr>
              <a:defRPr sz="1200"/>
            </a:lvl5p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6966369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05_Title &amp; Content black">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F5039CA-34D5-948B-656F-BBA6216EF40C}"/>
              </a:ext>
            </a:extLst>
          </p:cNvPr>
          <p:cNvSpPr>
            <a:spLocks noGrp="1"/>
          </p:cNvSpPr>
          <p:nvPr>
            <p:ph sz="quarter" idx="18" hasCustomPrompt="1"/>
          </p:nvPr>
        </p:nvSpPr>
        <p:spPr>
          <a:xfrm>
            <a:off x="4892358" y="742686"/>
            <a:ext cx="6784975" cy="4895850"/>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pPr lvl="0"/>
            <a:r>
              <a:rPr lang="es-ES"/>
              <a:t>Contenido</a:t>
            </a: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10"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6" y="339982"/>
            <a:ext cx="4032000" cy="1179872"/>
          </a:xfrm>
          <a:prstGeom prst="rect">
            <a:avLst/>
          </a:prstGeom>
        </p:spPr>
        <p:txBody>
          <a:bodyPr/>
          <a:lstStyle>
            <a:lvl1pPr marL="0" indent="0">
              <a:buNone/>
              <a:defRPr sz="3200" b="1" i="0">
                <a:solidFill>
                  <a:schemeClr val="tx1"/>
                </a:solidFill>
                <a:latin typeface="Arial Narrow" panose="020B0604020202020204" pitchFamily="34" charset="0"/>
              </a:defRPr>
            </a:lvl1pPr>
          </a:lstStyle>
          <a:p>
            <a:pPr lvl="0"/>
            <a:r>
              <a:rPr lang="es-ES"/>
              <a:t>TITLE ALWAYS IN CAPITAL LETTERS</a:t>
            </a:r>
          </a:p>
        </p:txBody>
      </p:sp>
      <p:sp>
        <p:nvSpPr>
          <p:cNvPr id="2" name="Marcador de texto 4">
            <a:extLst>
              <a:ext uri="{FF2B5EF4-FFF2-40B4-BE49-F238E27FC236}">
                <a16:creationId xmlns:a16="http://schemas.microsoft.com/office/drawing/2014/main" id="{68FE391C-9013-0E69-8CF1-D9A21B736108}"/>
              </a:ext>
            </a:extLst>
          </p:cNvPr>
          <p:cNvSpPr>
            <a:spLocks noGrp="1"/>
          </p:cNvSpPr>
          <p:nvPr>
            <p:ph type="body" sz="quarter" idx="19"/>
          </p:nvPr>
        </p:nvSpPr>
        <p:spPr>
          <a:xfrm>
            <a:off x="555625" y="1733550"/>
            <a:ext cx="4032000" cy="3895461"/>
          </a:xfrm>
          <a:prstGeom prst="rect">
            <a:avLst/>
          </a:prstGeom>
        </p:spPr>
        <p:txBody>
          <a:bodyPr/>
          <a:lstStyle>
            <a:lvl1pPr>
              <a:defRPr sz="1400"/>
            </a:lvl1pPr>
            <a:lvl2pPr>
              <a:defRPr sz="1200"/>
            </a:lvl2pPr>
            <a:lvl3pPr>
              <a:defRPr sz="1050"/>
            </a:lvl3pPr>
            <a:lvl4pPr>
              <a:defRPr sz="1200"/>
            </a:lvl4pPr>
            <a:lvl5pPr>
              <a:defRPr sz="1200"/>
            </a:lvl5p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92456538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10_Comparison">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C114EC5B-2EEC-2F5A-DA45-585989C9831A}"/>
              </a:ext>
            </a:extLst>
          </p:cNvPr>
          <p:cNvSpPr/>
          <p:nvPr userDrawn="1"/>
        </p:nvSpPr>
        <p:spPr>
          <a:xfrm>
            <a:off x="6097947" y="0"/>
            <a:ext cx="6094053" cy="6858000"/>
          </a:xfrm>
          <a:prstGeom prst="rect">
            <a:avLst/>
          </a:prstGeom>
          <a:solidFill>
            <a:srgbClr val="0042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chemeClr val="tx1"/>
              </a:solidFill>
            </a:endParaRP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1"/>
                </a:solidFill>
              </a:defRPr>
            </a:lvl1pPr>
          </a:lstStyle>
          <a:p>
            <a:r>
              <a:rPr lang="es-ES" err="1"/>
              <a:t>Proprietary</a:t>
            </a:r>
            <a:r>
              <a:rPr lang="es-ES"/>
              <a:t> </a:t>
            </a:r>
            <a:r>
              <a:rPr lang="es-ES" err="1"/>
              <a:t>Information</a:t>
            </a:r>
            <a:r>
              <a:rPr lang="es-ES"/>
              <a:t> - </a:t>
            </a:r>
            <a:r>
              <a:rPr lang="es-ES" err="1"/>
              <a:t>Confidential</a:t>
            </a:r>
            <a:endParaRPr lang="es-ES"/>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1"/>
                </a:solidFill>
              </a:defRPr>
            </a:lvl1pPr>
          </a:lstStyle>
          <a:p>
            <a:fld id="{FF2CED2D-DE01-CB40-AEF5-C9DD7CD06225}" type="slidenum">
              <a:rPr lang="es-ES" smtClean="0"/>
              <a:pPr/>
              <a:t>‹Nº›</a:t>
            </a:fld>
            <a:endParaRPr lang="es-ES"/>
          </a:p>
        </p:txBody>
      </p:sp>
      <p:sp>
        <p:nvSpPr>
          <p:cNvPr id="13"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45148" y="737146"/>
            <a:ext cx="3638550" cy="488032"/>
          </a:xfrm>
          <a:prstGeom prst="rect">
            <a:avLst/>
          </a:prstGeom>
        </p:spPr>
        <p:txBody>
          <a:bodyPr/>
          <a:lstStyle>
            <a:lvl1pPr marL="0" indent="0">
              <a:buNone/>
              <a:defRPr sz="3200" b="1" i="0">
                <a:solidFill>
                  <a:srgbClr val="0042ED"/>
                </a:solidFill>
                <a:latin typeface="Arial Narrow" panose="020B0604020202020204" pitchFamily="34" charset="0"/>
              </a:defRPr>
            </a:lvl1pPr>
          </a:lstStyle>
          <a:p>
            <a:pPr lvl="0"/>
            <a:r>
              <a:rPr lang="es-ES"/>
              <a:t>FROM...</a:t>
            </a:r>
          </a:p>
        </p:txBody>
      </p:sp>
      <p:sp>
        <p:nvSpPr>
          <p:cNvPr id="9" name="Marcador de texto 12">
            <a:extLst>
              <a:ext uri="{FF2B5EF4-FFF2-40B4-BE49-F238E27FC236}">
                <a16:creationId xmlns:a16="http://schemas.microsoft.com/office/drawing/2014/main" id="{1D5BFB2B-DA73-07F1-2CBB-5E2F32B3C5FF}"/>
              </a:ext>
            </a:extLst>
          </p:cNvPr>
          <p:cNvSpPr>
            <a:spLocks noGrp="1"/>
          </p:cNvSpPr>
          <p:nvPr>
            <p:ph type="body" sz="quarter" idx="17" hasCustomPrompt="1"/>
          </p:nvPr>
        </p:nvSpPr>
        <p:spPr>
          <a:xfrm>
            <a:off x="545148" y="3274606"/>
            <a:ext cx="3638550" cy="488032"/>
          </a:xfrm>
          <a:prstGeom prst="rect">
            <a:avLst/>
          </a:prstGeom>
        </p:spPr>
        <p:txBody>
          <a:bodyPr/>
          <a:lstStyle>
            <a:lvl1pPr marL="0" indent="0">
              <a:buNone/>
              <a:defRPr sz="3200" b="1" i="0">
                <a:solidFill>
                  <a:srgbClr val="0042ED"/>
                </a:solidFill>
                <a:latin typeface="Arial Narrow" panose="020B0604020202020204" pitchFamily="34" charset="0"/>
              </a:defRPr>
            </a:lvl1pPr>
          </a:lstStyle>
          <a:p>
            <a:pPr lvl="0"/>
            <a:r>
              <a:rPr lang="es-ES"/>
              <a:t>EXPLANATION...</a:t>
            </a:r>
          </a:p>
        </p:txBody>
      </p:sp>
      <p:sp>
        <p:nvSpPr>
          <p:cNvPr id="11" name="Marcador de texto 12">
            <a:extLst>
              <a:ext uri="{FF2B5EF4-FFF2-40B4-BE49-F238E27FC236}">
                <a16:creationId xmlns:a16="http://schemas.microsoft.com/office/drawing/2014/main" id="{F425D709-47CE-A29F-823A-3E8029173071}"/>
              </a:ext>
            </a:extLst>
          </p:cNvPr>
          <p:cNvSpPr>
            <a:spLocks noGrp="1"/>
          </p:cNvSpPr>
          <p:nvPr>
            <p:ph type="body" sz="quarter" idx="19" hasCustomPrompt="1"/>
          </p:nvPr>
        </p:nvSpPr>
        <p:spPr>
          <a:xfrm>
            <a:off x="6773502" y="737146"/>
            <a:ext cx="3638550" cy="488032"/>
          </a:xfrm>
          <a:prstGeom prst="rect">
            <a:avLst/>
          </a:prstGeom>
        </p:spPr>
        <p:txBody>
          <a:bodyPr/>
          <a:lstStyle>
            <a:lvl1pPr marL="0" indent="0">
              <a:buNone/>
              <a:defRPr sz="3200" b="1" i="0">
                <a:solidFill>
                  <a:schemeClr val="bg1"/>
                </a:solidFill>
                <a:latin typeface="Arial Narrow" panose="020B0604020202020204" pitchFamily="34" charset="0"/>
              </a:defRPr>
            </a:lvl1pPr>
          </a:lstStyle>
          <a:p>
            <a:pPr lvl="0"/>
            <a:r>
              <a:rPr lang="es-ES"/>
              <a:t>TO...</a:t>
            </a:r>
          </a:p>
        </p:txBody>
      </p:sp>
      <p:sp>
        <p:nvSpPr>
          <p:cNvPr id="14" name="Marcador de texto 12">
            <a:extLst>
              <a:ext uri="{FF2B5EF4-FFF2-40B4-BE49-F238E27FC236}">
                <a16:creationId xmlns:a16="http://schemas.microsoft.com/office/drawing/2014/main" id="{8A78234A-83D4-A578-9397-82DBEDE74ABA}"/>
              </a:ext>
            </a:extLst>
          </p:cNvPr>
          <p:cNvSpPr>
            <a:spLocks noGrp="1"/>
          </p:cNvSpPr>
          <p:nvPr>
            <p:ph type="body" sz="quarter" idx="21" hasCustomPrompt="1"/>
          </p:nvPr>
        </p:nvSpPr>
        <p:spPr>
          <a:xfrm>
            <a:off x="6773502" y="3274606"/>
            <a:ext cx="3638550" cy="488032"/>
          </a:xfrm>
          <a:prstGeom prst="rect">
            <a:avLst/>
          </a:prstGeom>
        </p:spPr>
        <p:txBody>
          <a:bodyPr/>
          <a:lstStyle>
            <a:lvl1pPr marL="0" indent="0">
              <a:buNone/>
              <a:defRPr sz="3200" b="1" i="0">
                <a:solidFill>
                  <a:schemeClr val="bg1"/>
                </a:solidFill>
                <a:latin typeface="Arial Narrow" panose="020B0604020202020204" pitchFamily="34" charset="0"/>
              </a:defRPr>
            </a:lvl1pPr>
          </a:lstStyle>
          <a:p>
            <a:pPr lvl="0"/>
            <a:r>
              <a:rPr lang="es-ES"/>
              <a:t>EXPLANATION...</a:t>
            </a:r>
          </a:p>
        </p:txBody>
      </p:sp>
      <p:sp>
        <p:nvSpPr>
          <p:cNvPr id="18" name="Marcador de texto 16">
            <a:extLst>
              <a:ext uri="{FF2B5EF4-FFF2-40B4-BE49-F238E27FC236}">
                <a16:creationId xmlns:a16="http://schemas.microsoft.com/office/drawing/2014/main" id="{7213C399-11D2-A211-97A8-23AE85C08659}"/>
              </a:ext>
            </a:extLst>
          </p:cNvPr>
          <p:cNvSpPr>
            <a:spLocks noGrp="1"/>
          </p:cNvSpPr>
          <p:nvPr>
            <p:ph type="body" sz="quarter" idx="24" hasCustomPrompt="1"/>
          </p:nvPr>
        </p:nvSpPr>
        <p:spPr>
          <a:xfrm>
            <a:off x="545148" y="3916148"/>
            <a:ext cx="4578032" cy="1771590"/>
          </a:xfrm>
          <a:prstGeom prst="rect">
            <a:avLst/>
          </a:prstGeom>
        </p:spPr>
        <p:txBody>
          <a:bodyPr/>
          <a:lstStyle>
            <a:lvl1pPr marL="0" indent="0">
              <a:buNone/>
              <a:defRPr sz="1400" b="0" i="0">
                <a:latin typeface="Arial" panose="020B0604020202020204" pitchFamily="34" charset="0"/>
                <a:cs typeface="Arial" panose="020B0604020202020204" pitchFamily="34" charset="0"/>
              </a:defRPr>
            </a:lvl1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consectetuer</a:t>
            </a:r>
            <a:r>
              <a:rPr lang="es-ES"/>
              <a:t> </a:t>
            </a:r>
            <a:r>
              <a:rPr lang="es-ES" err="1"/>
              <a:t>adipiscing</a:t>
            </a:r>
            <a:r>
              <a:rPr lang="es-ES"/>
              <a:t> </a:t>
            </a:r>
            <a:r>
              <a:rPr lang="es-ES" err="1"/>
              <a:t>elit</a:t>
            </a:r>
            <a:r>
              <a:rPr lang="es-ES"/>
              <a:t>, sed </a:t>
            </a:r>
            <a:r>
              <a:rPr lang="es-ES" err="1"/>
              <a:t>diam</a:t>
            </a:r>
            <a:r>
              <a:rPr lang="es-ES"/>
              <a:t> </a:t>
            </a:r>
            <a:r>
              <a:rPr lang="es-ES" err="1"/>
              <a:t>nonummy</a:t>
            </a:r>
            <a:r>
              <a:rPr lang="es-ES"/>
              <a:t> </a:t>
            </a:r>
            <a:r>
              <a:rPr lang="es-ES" err="1"/>
              <a:t>nibh</a:t>
            </a:r>
            <a:r>
              <a:rPr lang="es-ES"/>
              <a:t> </a:t>
            </a:r>
            <a:r>
              <a:rPr lang="es-ES" err="1"/>
              <a:t>euismod</a:t>
            </a:r>
            <a:r>
              <a:rPr lang="es-ES"/>
              <a:t> </a:t>
            </a:r>
            <a:r>
              <a:rPr lang="es-ES" err="1"/>
              <a:t>tincidunt</a:t>
            </a:r>
            <a:r>
              <a:rPr lang="es-ES"/>
              <a:t> ut </a:t>
            </a:r>
            <a:r>
              <a:rPr lang="es-ES" err="1"/>
              <a:t>aliquam</a:t>
            </a:r>
            <a:r>
              <a:rPr lang="es-ES"/>
              <a:t> </a:t>
            </a:r>
            <a:r>
              <a:rPr lang="es-ES" err="1"/>
              <a:t>volutpat</a:t>
            </a:r>
            <a:r>
              <a:rPr lang="es-ES"/>
              <a:t> </a:t>
            </a:r>
            <a:r>
              <a:rPr lang="es-ES" err="1"/>
              <a:t>laoreet</a:t>
            </a:r>
            <a:r>
              <a:rPr lang="es-ES"/>
              <a:t> </a:t>
            </a:r>
            <a:r>
              <a:rPr lang="es-ES" err="1"/>
              <a:t>dolore</a:t>
            </a:r>
            <a:r>
              <a:rPr lang="es-ES"/>
              <a:t> magna </a:t>
            </a:r>
            <a:r>
              <a:rPr lang="es-ES" err="1"/>
              <a:t>aliquam</a:t>
            </a:r>
            <a:r>
              <a:rPr lang="es-ES"/>
              <a:t> </a:t>
            </a:r>
            <a:r>
              <a:rPr lang="es-ES" err="1"/>
              <a:t>volutpat</a:t>
            </a:r>
            <a:r>
              <a:rPr lang="es-ES"/>
              <a:t>. </a:t>
            </a:r>
          </a:p>
          <a:p>
            <a:pPr lvl="0"/>
            <a:endParaRPr lang="es-ES"/>
          </a:p>
          <a:p>
            <a:pPr lvl="0"/>
            <a:endParaRPr lang="es-ES"/>
          </a:p>
          <a:p>
            <a:pPr lvl="0"/>
            <a:endParaRPr lang="es-ES"/>
          </a:p>
        </p:txBody>
      </p:sp>
      <p:sp>
        <p:nvSpPr>
          <p:cNvPr id="19" name="Marcador de texto 16">
            <a:extLst>
              <a:ext uri="{FF2B5EF4-FFF2-40B4-BE49-F238E27FC236}">
                <a16:creationId xmlns:a16="http://schemas.microsoft.com/office/drawing/2014/main" id="{7213C399-11D2-A211-97A8-23AE85C08659}"/>
              </a:ext>
            </a:extLst>
          </p:cNvPr>
          <p:cNvSpPr>
            <a:spLocks noGrp="1"/>
          </p:cNvSpPr>
          <p:nvPr>
            <p:ph type="body" sz="quarter" idx="25" hasCustomPrompt="1"/>
          </p:nvPr>
        </p:nvSpPr>
        <p:spPr>
          <a:xfrm>
            <a:off x="6773502" y="1352952"/>
            <a:ext cx="4578032" cy="1771590"/>
          </a:xfrm>
          <a:prstGeom prst="rect">
            <a:avLst/>
          </a:prstGeom>
        </p:spPr>
        <p:txBody>
          <a:bodyPr/>
          <a:lstStyle>
            <a:lvl1pPr marL="0" indent="0">
              <a:buNone/>
              <a:defRPr sz="1400" b="0" i="0">
                <a:solidFill>
                  <a:schemeClr val="bg1"/>
                </a:solidFill>
                <a:latin typeface="Arial" panose="020B0604020202020204" pitchFamily="34" charset="0"/>
                <a:cs typeface="Arial" panose="020B0604020202020204" pitchFamily="34" charset="0"/>
              </a:defRPr>
            </a:lvl1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consectetuer</a:t>
            </a:r>
            <a:r>
              <a:rPr lang="es-ES"/>
              <a:t> </a:t>
            </a:r>
            <a:r>
              <a:rPr lang="es-ES" err="1"/>
              <a:t>adipiscing</a:t>
            </a:r>
            <a:r>
              <a:rPr lang="es-ES"/>
              <a:t> </a:t>
            </a:r>
            <a:r>
              <a:rPr lang="es-ES" err="1"/>
              <a:t>elit</a:t>
            </a:r>
            <a:r>
              <a:rPr lang="es-ES"/>
              <a:t>, sed </a:t>
            </a:r>
            <a:r>
              <a:rPr lang="es-ES" err="1"/>
              <a:t>diam</a:t>
            </a:r>
            <a:r>
              <a:rPr lang="es-ES"/>
              <a:t> </a:t>
            </a:r>
            <a:r>
              <a:rPr lang="es-ES" err="1"/>
              <a:t>nonummy</a:t>
            </a:r>
            <a:r>
              <a:rPr lang="es-ES"/>
              <a:t> </a:t>
            </a:r>
            <a:r>
              <a:rPr lang="es-ES" err="1"/>
              <a:t>nibh</a:t>
            </a:r>
            <a:r>
              <a:rPr lang="es-ES"/>
              <a:t> </a:t>
            </a:r>
            <a:r>
              <a:rPr lang="es-ES" err="1"/>
              <a:t>euismod</a:t>
            </a:r>
            <a:r>
              <a:rPr lang="es-ES"/>
              <a:t> </a:t>
            </a:r>
            <a:r>
              <a:rPr lang="es-ES" err="1"/>
              <a:t>tincidunt</a:t>
            </a:r>
            <a:r>
              <a:rPr lang="es-ES"/>
              <a:t> ut </a:t>
            </a:r>
            <a:r>
              <a:rPr lang="es-ES" err="1"/>
              <a:t>aliquam</a:t>
            </a:r>
            <a:r>
              <a:rPr lang="es-ES"/>
              <a:t> </a:t>
            </a:r>
            <a:r>
              <a:rPr lang="es-ES" err="1"/>
              <a:t>volutpat</a:t>
            </a:r>
            <a:r>
              <a:rPr lang="es-ES"/>
              <a:t> </a:t>
            </a:r>
            <a:r>
              <a:rPr lang="es-ES" err="1"/>
              <a:t>laoreet</a:t>
            </a:r>
            <a:r>
              <a:rPr lang="es-ES"/>
              <a:t> </a:t>
            </a:r>
            <a:r>
              <a:rPr lang="es-ES" err="1"/>
              <a:t>dolore</a:t>
            </a:r>
            <a:r>
              <a:rPr lang="es-ES"/>
              <a:t> magna </a:t>
            </a:r>
            <a:r>
              <a:rPr lang="es-ES" err="1"/>
              <a:t>aliquam</a:t>
            </a:r>
            <a:r>
              <a:rPr lang="es-ES"/>
              <a:t> </a:t>
            </a:r>
            <a:r>
              <a:rPr lang="es-ES" err="1"/>
              <a:t>volutpat</a:t>
            </a:r>
            <a:r>
              <a:rPr lang="es-ES"/>
              <a:t>. </a:t>
            </a:r>
          </a:p>
          <a:p>
            <a:pPr lvl="0"/>
            <a:endParaRPr lang="es-ES"/>
          </a:p>
          <a:p>
            <a:pPr lvl="0"/>
            <a:endParaRPr lang="es-ES"/>
          </a:p>
          <a:p>
            <a:pPr lvl="0"/>
            <a:endParaRPr lang="es-ES"/>
          </a:p>
        </p:txBody>
      </p:sp>
      <p:sp>
        <p:nvSpPr>
          <p:cNvPr id="20" name="Marcador de texto 16">
            <a:extLst>
              <a:ext uri="{FF2B5EF4-FFF2-40B4-BE49-F238E27FC236}">
                <a16:creationId xmlns:a16="http://schemas.microsoft.com/office/drawing/2014/main" id="{7213C399-11D2-A211-97A8-23AE85C08659}"/>
              </a:ext>
            </a:extLst>
          </p:cNvPr>
          <p:cNvSpPr>
            <a:spLocks noGrp="1"/>
          </p:cNvSpPr>
          <p:nvPr>
            <p:ph type="body" sz="quarter" idx="26" hasCustomPrompt="1"/>
          </p:nvPr>
        </p:nvSpPr>
        <p:spPr>
          <a:xfrm>
            <a:off x="6773502" y="3916148"/>
            <a:ext cx="4578032" cy="1771590"/>
          </a:xfrm>
          <a:prstGeom prst="rect">
            <a:avLst/>
          </a:prstGeom>
        </p:spPr>
        <p:txBody>
          <a:bodyPr/>
          <a:lstStyle>
            <a:lvl1pPr marL="0" indent="0">
              <a:buNone/>
              <a:defRPr sz="1400" b="0" i="0">
                <a:solidFill>
                  <a:schemeClr val="bg1"/>
                </a:solidFill>
                <a:latin typeface="Arial" panose="020B0604020202020204" pitchFamily="34" charset="0"/>
                <a:cs typeface="Arial" panose="020B0604020202020204" pitchFamily="34" charset="0"/>
              </a:defRPr>
            </a:lvl1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consectetuer</a:t>
            </a:r>
            <a:r>
              <a:rPr lang="es-ES"/>
              <a:t> </a:t>
            </a:r>
            <a:r>
              <a:rPr lang="es-ES" err="1"/>
              <a:t>adipiscing</a:t>
            </a:r>
            <a:r>
              <a:rPr lang="es-ES"/>
              <a:t> </a:t>
            </a:r>
            <a:r>
              <a:rPr lang="es-ES" err="1"/>
              <a:t>elit</a:t>
            </a:r>
            <a:r>
              <a:rPr lang="es-ES"/>
              <a:t>, sed </a:t>
            </a:r>
            <a:r>
              <a:rPr lang="es-ES" err="1"/>
              <a:t>diam</a:t>
            </a:r>
            <a:r>
              <a:rPr lang="es-ES"/>
              <a:t> </a:t>
            </a:r>
            <a:r>
              <a:rPr lang="es-ES" err="1"/>
              <a:t>nonummy</a:t>
            </a:r>
            <a:r>
              <a:rPr lang="es-ES"/>
              <a:t> </a:t>
            </a:r>
            <a:r>
              <a:rPr lang="es-ES" err="1"/>
              <a:t>nibh</a:t>
            </a:r>
            <a:r>
              <a:rPr lang="es-ES"/>
              <a:t> </a:t>
            </a:r>
            <a:r>
              <a:rPr lang="es-ES" err="1"/>
              <a:t>euismod</a:t>
            </a:r>
            <a:r>
              <a:rPr lang="es-ES"/>
              <a:t> </a:t>
            </a:r>
            <a:r>
              <a:rPr lang="es-ES" err="1"/>
              <a:t>tincidunt</a:t>
            </a:r>
            <a:r>
              <a:rPr lang="es-ES"/>
              <a:t> ut </a:t>
            </a:r>
            <a:r>
              <a:rPr lang="es-ES" err="1"/>
              <a:t>aliquam</a:t>
            </a:r>
            <a:r>
              <a:rPr lang="es-ES"/>
              <a:t> </a:t>
            </a:r>
            <a:r>
              <a:rPr lang="es-ES" err="1"/>
              <a:t>volutpat</a:t>
            </a:r>
            <a:r>
              <a:rPr lang="es-ES"/>
              <a:t> </a:t>
            </a:r>
            <a:r>
              <a:rPr lang="es-ES" err="1"/>
              <a:t>laoreet</a:t>
            </a:r>
            <a:r>
              <a:rPr lang="es-ES"/>
              <a:t> </a:t>
            </a:r>
            <a:r>
              <a:rPr lang="es-ES" err="1"/>
              <a:t>dolore</a:t>
            </a:r>
            <a:r>
              <a:rPr lang="es-ES"/>
              <a:t> magna </a:t>
            </a:r>
            <a:r>
              <a:rPr lang="es-ES" err="1"/>
              <a:t>aliquam</a:t>
            </a:r>
            <a:r>
              <a:rPr lang="es-ES"/>
              <a:t> </a:t>
            </a:r>
            <a:r>
              <a:rPr lang="es-ES" err="1"/>
              <a:t>volutpat</a:t>
            </a:r>
            <a:r>
              <a:rPr lang="es-ES"/>
              <a:t>. </a:t>
            </a:r>
          </a:p>
          <a:p>
            <a:pPr lvl="0"/>
            <a:endParaRPr lang="es-ES"/>
          </a:p>
          <a:p>
            <a:pPr lvl="0"/>
            <a:endParaRPr lang="es-ES"/>
          </a:p>
          <a:p>
            <a:pPr lvl="0"/>
            <a:endParaRPr lang="es-ES"/>
          </a:p>
        </p:txBody>
      </p:sp>
      <p:sp>
        <p:nvSpPr>
          <p:cNvPr id="15" name="Marcador de texto 16">
            <a:extLst>
              <a:ext uri="{FF2B5EF4-FFF2-40B4-BE49-F238E27FC236}">
                <a16:creationId xmlns:a16="http://schemas.microsoft.com/office/drawing/2014/main" id="{7213C399-11D2-A211-97A8-23AE85C08659}"/>
              </a:ext>
            </a:extLst>
          </p:cNvPr>
          <p:cNvSpPr>
            <a:spLocks noGrp="1"/>
          </p:cNvSpPr>
          <p:nvPr>
            <p:ph type="body" sz="quarter" idx="27" hasCustomPrompt="1"/>
          </p:nvPr>
        </p:nvSpPr>
        <p:spPr>
          <a:xfrm>
            <a:off x="545148" y="1352952"/>
            <a:ext cx="4578032" cy="1797326"/>
          </a:xfrm>
          <a:prstGeom prst="rect">
            <a:avLst/>
          </a:prstGeom>
        </p:spPr>
        <p:txBody>
          <a:bodyPr/>
          <a:lstStyle>
            <a:lvl1pPr marL="0" indent="0">
              <a:buNone/>
              <a:defRPr sz="1400" b="0" i="0">
                <a:latin typeface="Arial" panose="020B0604020202020204" pitchFamily="34" charset="0"/>
                <a:cs typeface="Arial" panose="020B0604020202020204" pitchFamily="34" charset="0"/>
              </a:defRPr>
            </a:lvl1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consectetuer</a:t>
            </a:r>
            <a:r>
              <a:rPr lang="es-ES"/>
              <a:t> </a:t>
            </a:r>
            <a:r>
              <a:rPr lang="es-ES" err="1"/>
              <a:t>adipiscing</a:t>
            </a:r>
            <a:r>
              <a:rPr lang="es-ES"/>
              <a:t> </a:t>
            </a:r>
            <a:r>
              <a:rPr lang="es-ES" err="1"/>
              <a:t>elit</a:t>
            </a:r>
            <a:r>
              <a:rPr lang="es-ES"/>
              <a:t>, sed </a:t>
            </a:r>
            <a:r>
              <a:rPr lang="es-ES" err="1"/>
              <a:t>diam</a:t>
            </a:r>
            <a:r>
              <a:rPr lang="es-ES"/>
              <a:t> </a:t>
            </a:r>
            <a:r>
              <a:rPr lang="es-ES" err="1"/>
              <a:t>nonummy</a:t>
            </a:r>
            <a:r>
              <a:rPr lang="es-ES"/>
              <a:t> </a:t>
            </a:r>
            <a:r>
              <a:rPr lang="es-ES" err="1"/>
              <a:t>nibh</a:t>
            </a:r>
            <a:r>
              <a:rPr lang="es-ES"/>
              <a:t> </a:t>
            </a:r>
            <a:r>
              <a:rPr lang="es-ES" err="1"/>
              <a:t>euismod</a:t>
            </a:r>
            <a:r>
              <a:rPr lang="es-ES"/>
              <a:t> </a:t>
            </a:r>
            <a:r>
              <a:rPr lang="es-ES" err="1"/>
              <a:t>tincidunt</a:t>
            </a:r>
            <a:r>
              <a:rPr lang="es-ES"/>
              <a:t> ut </a:t>
            </a:r>
            <a:r>
              <a:rPr lang="es-ES" err="1"/>
              <a:t>aliquam</a:t>
            </a:r>
            <a:r>
              <a:rPr lang="es-ES"/>
              <a:t> </a:t>
            </a:r>
            <a:r>
              <a:rPr lang="es-ES" err="1"/>
              <a:t>volutpat</a:t>
            </a:r>
            <a:r>
              <a:rPr lang="es-ES"/>
              <a:t> </a:t>
            </a:r>
            <a:r>
              <a:rPr lang="es-ES" err="1"/>
              <a:t>laoreet</a:t>
            </a:r>
            <a:r>
              <a:rPr lang="es-ES"/>
              <a:t> </a:t>
            </a:r>
            <a:r>
              <a:rPr lang="es-ES" err="1"/>
              <a:t>dolore</a:t>
            </a:r>
            <a:r>
              <a:rPr lang="es-ES"/>
              <a:t> magna </a:t>
            </a:r>
            <a:r>
              <a:rPr lang="es-ES" err="1"/>
              <a:t>aliquam</a:t>
            </a:r>
            <a:r>
              <a:rPr lang="es-ES"/>
              <a:t> </a:t>
            </a:r>
            <a:r>
              <a:rPr lang="es-ES" err="1"/>
              <a:t>volutpat</a:t>
            </a:r>
            <a:r>
              <a:rPr lang="es-ES"/>
              <a:t>. </a:t>
            </a:r>
          </a:p>
          <a:p>
            <a:pPr lvl="0"/>
            <a:endParaRPr lang="es-ES"/>
          </a:p>
          <a:p>
            <a:pPr lvl="0"/>
            <a:endParaRPr lang="es-ES"/>
          </a:p>
          <a:p>
            <a:pPr lvl="0"/>
            <a:endParaRPr lang="es-ES"/>
          </a:p>
        </p:txBody>
      </p:sp>
    </p:spTree>
    <p:extLst>
      <p:ext uri="{BB962C8B-B14F-4D97-AF65-F5344CB8AC3E}">
        <p14:creationId xmlns:p14="http://schemas.microsoft.com/office/powerpoint/2010/main" val="40986735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11_Comparison">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18" name="Marcador de texto 2">
            <a:extLst>
              <a:ext uri="{FF2B5EF4-FFF2-40B4-BE49-F238E27FC236}">
                <a16:creationId xmlns:a16="http://schemas.microsoft.com/office/drawing/2014/main" id="{2F79BBD8-FD79-6894-3428-9F05665813F5}"/>
              </a:ext>
            </a:extLst>
          </p:cNvPr>
          <p:cNvSpPr>
            <a:spLocks noGrp="1"/>
          </p:cNvSpPr>
          <p:nvPr>
            <p:ph type="body" sz="quarter" idx="19" hasCustomPrompt="1"/>
          </p:nvPr>
        </p:nvSpPr>
        <p:spPr>
          <a:xfrm>
            <a:off x="5555875" y="3411832"/>
            <a:ext cx="3523470" cy="398207"/>
          </a:xfrm>
          <a:prstGeom prst="rect">
            <a:avLst/>
          </a:prstGeom>
        </p:spPr>
        <p:txBody>
          <a:bodyPr/>
          <a:lstStyle>
            <a:lvl1pPr marL="0" indent="0">
              <a:buNone/>
              <a:defRPr sz="1400" b="1" i="0">
                <a:latin typeface="Arial Narrow" panose="020B0604020202020204" pitchFamily="34" charset="0"/>
                <a:cs typeface="Graphik Medium" pitchFamily="2" charset="77"/>
              </a:defRPr>
            </a:lvl1pPr>
          </a:lstStyle>
          <a:p>
            <a:pPr lvl="0"/>
            <a:r>
              <a:rPr lang="es-ES"/>
              <a:t>SUBTITLE</a:t>
            </a:r>
          </a:p>
        </p:txBody>
      </p:sp>
      <p:cxnSp>
        <p:nvCxnSpPr>
          <p:cNvPr id="19" name="Conector recto 18">
            <a:extLst>
              <a:ext uri="{FF2B5EF4-FFF2-40B4-BE49-F238E27FC236}">
                <a16:creationId xmlns:a16="http://schemas.microsoft.com/office/drawing/2014/main" id="{71949490-10BA-63F0-3A1E-996004EB8021}"/>
              </a:ext>
            </a:extLst>
          </p:cNvPr>
          <p:cNvCxnSpPr>
            <a:cxnSpLocks/>
          </p:cNvCxnSpPr>
          <p:nvPr userDrawn="1"/>
        </p:nvCxnSpPr>
        <p:spPr>
          <a:xfrm flipH="1" flipV="1">
            <a:off x="5190836" y="1801092"/>
            <a:ext cx="18473" cy="4285672"/>
          </a:xfrm>
          <a:prstGeom prst="line">
            <a:avLst/>
          </a:prstGeom>
          <a:ln w="12700"/>
        </p:spPr>
        <p:style>
          <a:lnRef idx="2">
            <a:schemeClr val="dk1"/>
          </a:lnRef>
          <a:fillRef idx="0">
            <a:schemeClr val="dk1"/>
          </a:fillRef>
          <a:effectRef idx="1">
            <a:schemeClr val="dk1"/>
          </a:effectRef>
          <a:fontRef idx="minor">
            <a:schemeClr val="tx1"/>
          </a:fontRef>
        </p:style>
      </p:cxnSp>
      <p:sp>
        <p:nvSpPr>
          <p:cNvPr id="12" name="Marcador de texto 16">
            <a:extLst>
              <a:ext uri="{FF2B5EF4-FFF2-40B4-BE49-F238E27FC236}">
                <a16:creationId xmlns:a16="http://schemas.microsoft.com/office/drawing/2014/main" id="{7213C399-11D2-A211-97A8-23AE85C08659}"/>
              </a:ext>
            </a:extLst>
          </p:cNvPr>
          <p:cNvSpPr>
            <a:spLocks noGrp="1"/>
          </p:cNvSpPr>
          <p:nvPr>
            <p:ph type="body" sz="quarter" idx="25" hasCustomPrompt="1"/>
          </p:nvPr>
        </p:nvSpPr>
        <p:spPr>
          <a:xfrm>
            <a:off x="5555875" y="1801093"/>
            <a:ext cx="4296813" cy="1422398"/>
          </a:xfrm>
          <a:prstGeom prst="rect">
            <a:avLst/>
          </a:prstGeom>
        </p:spPr>
        <p:txBody>
          <a:bodyPr/>
          <a:lstStyle>
            <a:lvl1pPr marL="0" indent="0">
              <a:buNone/>
              <a:defRPr sz="1400" b="0" i="0">
                <a:latin typeface="Arial" panose="020B0604020202020204" pitchFamily="34" charset="0"/>
                <a:cs typeface="Arial" panose="020B0604020202020204" pitchFamily="34" charset="0"/>
              </a:defRPr>
            </a:lvl1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consectetuer</a:t>
            </a:r>
            <a:r>
              <a:rPr lang="es-ES"/>
              <a:t> </a:t>
            </a:r>
            <a:r>
              <a:rPr lang="es-ES" err="1"/>
              <a:t>adipiscing</a:t>
            </a:r>
            <a:r>
              <a:rPr lang="es-ES"/>
              <a:t> </a:t>
            </a:r>
            <a:r>
              <a:rPr lang="es-ES" err="1"/>
              <a:t>elit</a:t>
            </a:r>
            <a:r>
              <a:rPr lang="es-ES"/>
              <a:t>, sed </a:t>
            </a:r>
            <a:r>
              <a:rPr lang="es-ES" err="1"/>
              <a:t>diam</a:t>
            </a:r>
            <a:r>
              <a:rPr lang="es-ES"/>
              <a:t> </a:t>
            </a:r>
            <a:r>
              <a:rPr lang="es-ES" err="1"/>
              <a:t>nonummy</a:t>
            </a:r>
            <a:r>
              <a:rPr lang="es-ES"/>
              <a:t> </a:t>
            </a:r>
            <a:r>
              <a:rPr lang="es-ES" err="1"/>
              <a:t>nibh</a:t>
            </a:r>
            <a:r>
              <a:rPr lang="es-ES"/>
              <a:t> </a:t>
            </a:r>
            <a:r>
              <a:rPr lang="es-ES" err="1"/>
              <a:t>euismod</a:t>
            </a:r>
            <a:r>
              <a:rPr lang="es-ES"/>
              <a:t> </a:t>
            </a:r>
            <a:r>
              <a:rPr lang="es-ES" err="1"/>
              <a:t>tincidunt</a:t>
            </a:r>
            <a:r>
              <a:rPr lang="es-ES"/>
              <a:t> ut </a:t>
            </a:r>
            <a:r>
              <a:rPr lang="es-ES" err="1"/>
              <a:t>aliquam</a:t>
            </a:r>
            <a:r>
              <a:rPr lang="es-ES"/>
              <a:t> </a:t>
            </a:r>
            <a:r>
              <a:rPr lang="es-ES" err="1"/>
              <a:t>volutpat</a:t>
            </a:r>
            <a:r>
              <a:rPr lang="es-ES"/>
              <a:t> </a:t>
            </a:r>
            <a:r>
              <a:rPr lang="es-ES" err="1"/>
              <a:t>laoreet</a:t>
            </a:r>
            <a:r>
              <a:rPr lang="es-ES"/>
              <a:t> </a:t>
            </a:r>
            <a:r>
              <a:rPr lang="es-ES" err="1"/>
              <a:t>dolore</a:t>
            </a:r>
            <a:r>
              <a:rPr lang="es-ES"/>
              <a:t> magna </a:t>
            </a:r>
            <a:r>
              <a:rPr lang="es-ES" err="1"/>
              <a:t>aliquam</a:t>
            </a:r>
            <a:r>
              <a:rPr lang="es-ES"/>
              <a:t> </a:t>
            </a:r>
            <a:r>
              <a:rPr lang="es-ES" err="1"/>
              <a:t>volutpat</a:t>
            </a:r>
            <a:r>
              <a:rPr lang="es-ES"/>
              <a:t>. </a:t>
            </a:r>
          </a:p>
          <a:p>
            <a:pPr lvl="0"/>
            <a:endParaRPr lang="es-ES"/>
          </a:p>
          <a:p>
            <a:pPr lvl="0"/>
            <a:endParaRPr lang="es-ES"/>
          </a:p>
          <a:p>
            <a:pPr lvl="0"/>
            <a:endParaRPr lang="es-ES"/>
          </a:p>
        </p:txBody>
      </p:sp>
      <p:sp>
        <p:nvSpPr>
          <p:cNvPr id="11" name="Marcador de texto 16">
            <a:extLst>
              <a:ext uri="{FF2B5EF4-FFF2-40B4-BE49-F238E27FC236}">
                <a16:creationId xmlns:a16="http://schemas.microsoft.com/office/drawing/2014/main" id="{7213C399-11D2-A211-97A8-23AE85C08659}"/>
              </a:ext>
            </a:extLst>
          </p:cNvPr>
          <p:cNvSpPr>
            <a:spLocks noGrp="1"/>
          </p:cNvSpPr>
          <p:nvPr>
            <p:ph type="body" sz="quarter" idx="16" hasCustomPrompt="1"/>
          </p:nvPr>
        </p:nvSpPr>
        <p:spPr>
          <a:xfrm>
            <a:off x="555308" y="1733407"/>
            <a:ext cx="4288962" cy="4316411"/>
          </a:xfrm>
          <a:prstGeom prst="rect">
            <a:avLst/>
          </a:prstGeom>
        </p:spPr>
        <p:txBody>
          <a:bodyPr/>
          <a:lstStyle>
            <a:lvl1pPr>
              <a:defRPr sz="1400" b="0" i="0">
                <a:latin typeface="Arial" panose="020B0604020202020204" pitchFamily="34" charset="0"/>
                <a:cs typeface="Arial" panose="020B0604020202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lvl="0"/>
            <a:endParaRPr lang="es-ES"/>
          </a:p>
          <a:p>
            <a:pPr lvl="0"/>
            <a:endParaRPr lang="es-ES"/>
          </a:p>
          <a:p>
            <a:pPr lvl="0"/>
            <a:endParaRPr lang="es-ES"/>
          </a:p>
        </p:txBody>
      </p:sp>
      <p:sp>
        <p:nvSpPr>
          <p:cNvPr id="3" name="Marcador de texto 12">
            <a:extLst>
              <a:ext uri="{FF2B5EF4-FFF2-40B4-BE49-F238E27FC236}">
                <a16:creationId xmlns:a16="http://schemas.microsoft.com/office/drawing/2014/main" id="{9EDA1090-0CF1-E3C2-FB18-9AC1AAAC9731}"/>
              </a:ext>
            </a:extLst>
          </p:cNvPr>
          <p:cNvSpPr>
            <a:spLocks noGrp="1"/>
          </p:cNvSpPr>
          <p:nvPr>
            <p:ph type="body" sz="quarter" idx="27" hasCustomPrompt="1"/>
          </p:nvPr>
        </p:nvSpPr>
        <p:spPr>
          <a:xfrm>
            <a:off x="555307" y="339982"/>
            <a:ext cx="11151139" cy="454471"/>
          </a:xfrm>
          <a:prstGeom prst="rect">
            <a:avLst/>
          </a:prstGeom>
        </p:spPr>
        <p:txBody>
          <a:bodyPr/>
          <a:lstStyle>
            <a:lvl1pPr marL="0" indent="0">
              <a:buNone/>
              <a:defRPr sz="3200" b="1" i="0">
                <a:solidFill>
                  <a:schemeClr val="tx2"/>
                </a:solidFill>
                <a:latin typeface="Arial Narrow" panose="020B0604020202020204" pitchFamily="34" charset="0"/>
              </a:defRPr>
            </a:lvl1pPr>
          </a:lstStyle>
          <a:p>
            <a:pPr lvl="0"/>
            <a:r>
              <a:rPr lang="es-ES"/>
              <a:t>TITLE ALWAYS IN CAPITAL LETTERS</a:t>
            </a:r>
          </a:p>
        </p:txBody>
      </p:sp>
    </p:spTree>
    <p:extLst>
      <p:ext uri="{BB962C8B-B14F-4D97-AF65-F5344CB8AC3E}">
        <p14:creationId xmlns:p14="http://schemas.microsoft.com/office/powerpoint/2010/main" val="40953885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20_Three pictures">
    <p:spTree>
      <p:nvGrpSpPr>
        <p:cNvPr id="1" name=""/>
        <p:cNvGrpSpPr/>
        <p:nvPr/>
      </p:nvGrpSpPr>
      <p:grpSpPr>
        <a:xfrm>
          <a:off x="0" y="0"/>
          <a:ext cx="0" cy="0"/>
          <a:chOff x="0" y="0"/>
          <a:chExt cx="0" cy="0"/>
        </a:xfrm>
      </p:grpSpPr>
      <p:sp>
        <p:nvSpPr>
          <p:cNvPr id="30" name="Marcador de texto 29">
            <a:extLst>
              <a:ext uri="{FF2B5EF4-FFF2-40B4-BE49-F238E27FC236}">
                <a16:creationId xmlns:a16="http://schemas.microsoft.com/office/drawing/2014/main" id="{C6D402B8-BA4D-96B6-93ED-BFA19ED479AB}"/>
              </a:ext>
            </a:extLst>
          </p:cNvPr>
          <p:cNvSpPr>
            <a:spLocks noGrp="1"/>
          </p:cNvSpPr>
          <p:nvPr>
            <p:ph type="body" sz="quarter" idx="24" hasCustomPrompt="1"/>
          </p:nvPr>
        </p:nvSpPr>
        <p:spPr>
          <a:xfrm>
            <a:off x="550863" y="3848266"/>
            <a:ext cx="3370262" cy="1711325"/>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lvl="0"/>
            <a:r>
              <a:rPr lang="es-ES"/>
              <a:t>Lore </a:t>
            </a:r>
            <a:r>
              <a:rPr lang="es-ES" err="1"/>
              <a:t>ipsum</a:t>
            </a:r>
            <a:endParaRPr lang="es-ES"/>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err="1"/>
              <a:t>Proprietary</a:t>
            </a:r>
            <a:r>
              <a:rPr lang="es-ES"/>
              <a:t> </a:t>
            </a:r>
            <a:r>
              <a:rPr lang="es-ES" err="1"/>
              <a:t>Information</a:t>
            </a:r>
            <a:r>
              <a:rPr lang="es-ES"/>
              <a:t> - </a:t>
            </a:r>
            <a:r>
              <a:rPr lang="es-ES" err="1"/>
              <a:t>Confidential</a:t>
            </a:r>
            <a:endParaRPr lang="es-ES"/>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8" name="Marcador de texto 7">
            <a:extLst>
              <a:ext uri="{FF2B5EF4-FFF2-40B4-BE49-F238E27FC236}">
                <a16:creationId xmlns:a16="http://schemas.microsoft.com/office/drawing/2014/main" id="{D2DA8C01-45E7-FF4A-ECD7-AD5CCA349FCF}"/>
              </a:ext>
            </a:extLst>
          </p:cNvPr>
          <p:cNvSpPr>
            <a:spLocks noGrp="1"/>
          </p:cNvSpPr>
          <p:nvPr>
            <p:ph type="body" sz="quarter" idx="13" hasCustomPrompt="1"/>
          </p:nvPr>
        </p:nvSpPr>
        <p:spPr>
          <a:xfrm>
            <a:off x="556261" y="3375392"/>
            <a:ext cx="2423160" cy="407670"/>
          </a:xfrm>
          <a:prstGeom prst="rect">
            <a:avLst/>
          </a:prstGeom>
        </p:spPr>
        <p:txBody>
          <a:bodyPr/>
          <a:lstStyle>
            <a:lvl1pPr marL="0" indent="0">
              <a:buNone/>
              <a:defRPr sz="2400" b="1" i="0">
                <a:solidFill>
                  <a:srgbClr val="0042ED"/>
                </a:solidFill>
                <a:latin typeface="Arial Narrow" panose="020B0604020202020204" pitchFamily="34" charset="0"/>
              </a:defRPr>
            </a:lvl1pPr>
          </a:lstStyle>
          <a:p>
            <a:pPr lvl="0"/>
            <a:r>
              <a:rPr lang="es-ES"/>
              <a:t>TITLE</a:t>
            </a:r>
          </a:p>
        </p:txBody>
      </p:sp>
      <p:sp>
        <p:nvSpPr>
          <p:cNvPr id="14" name="Marcador de posición de imagen 13">
            <a:extLst>
              <a:ext uri="{FF2B5EF4-FFF2-40B4-BE49-F238E27FC236}">
                <a16:creationId xmlns:a16="http://schemas.microsoft.com/office/drawing/2014/main" id="{D6A9297B-91C2-DF27-02C3-2BE0A982F38A}"/>
              </a:ext>
            </a:extLst>
          </p:cNvPr>
          <p:cNvSpPr>
            <a:spLocks noGrp="1"/>
          </p:cNvSpPr>
          <p:nvPr>
            <p:ph type="pic" sz="quarter" idx="15" hasCustomPrompt="1"/>
          </p:nvPr>
        </p:nvSpPr>
        <p:spPr>
          <a:xfrm>
            <a:off x="556261" y="1025056"/>
            <a:ext cx="3365500" cy="2093913"/>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20" name="Marcador de texto 7">
            <a:extLst>
              <a:ext uri="{FF2B5EF4-FFF2-40B4-BE49-F238E27FC236}">
                <a16:creationId xmlns:a16="http://schemas.microsoft.com/office/drawing/2014/main" id="{A7B283AB-30E4-67C6-A365-666881928522}"/>
              </a:ext>
            </a:extLst>
          </p:cNvPr>
          <p:cNvSpPr>
            <a:spLocks noGrp="1"/>
          </p:cNvSpPr>
          <p:nvPr>
            <p:ph type="body" sz="quarter" idx="18" hasCustomPrompt="1"/>
          </p:nvPr>
        </p:nvSpPr>
        <p:spPr>
          <a:xfrm>
            <a:off x="4413250" y="3375392"/>
            <a:ext cx="2423160" cy="407670"/>
          </a:xfrm>
          <a:prstGeom prst="rect">
            <a:avLst/>
          </a:prstGeom>
        </p:spPr>
        <p:txBody>
          <a:bodyPr/>
          <a:lstStyle>
            <a:lvl1pPr marL="0" indent="0">
              <a:buNone/>
              <a:defRPr sz="2400" b="1" i="0">
                <a:solidFill>
                  <a:srgbClr val="0042ED"/>
                </a:solidFill>
                <a:latin typeface="Arial Narrow" panose="020B0604020202020204" pitchFamily="34" charset="0"/>
              </a:defRPr>
            </a:lvl1pPr>
          </a:lstStyle>
          <a:p>
            <a:pPr lvl="0"/>
            <a:r>
              <a:rPr lang="es-ES"/>
              <a:t>TITLE</a:t>
            </a:r>
          </a:p>
        </p:txBody>
      </p:sp>
      <p:sp>
        <p:nvSpPr>
          <p:cNvPr id="21" name="Marcador de posición de imagen 13">
            <a:extLst>
              <a:ext uri="{FF2B5EF4-FFF2-40B4-BE49-F238E27FC236}">
                <a16:creationId xmlns:a16="http://schemas.microsoft.com/office/drawing/2014/main" id="{36CA4041-CB1A-0C86-0D4D-0414BBAA8E08}"/>
              </a:ext>
            </a:extLst>
          </p:cNvPr>
          <p:cNvSpPr>
            <a:spLocks noGrp="1"/>
          </p:cNvSpPr>
          <p:nvPr>
            <p:ph type="pic" sz="quarter" idx="19" hasCustomPrompt="1"/>
          </p:nvPr>
        </p:nvSpPr>
        <p:spPr>
          <a:xfrm>
            <a:off x="4413250" y="1025056"/>
            <a:ext cx="3365500" cy="2093913"/>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26" name="Marcador de texto 7">
            <a:extLst>
              <a:ext uri="{FF2B5EF4-FFF2-40B4-BE49-F238E27FC236}">
                <a16:creationId xmlns:a16="http://schemas.microsoft.com/office/drawing/2014/main" id="{46A5AFF3-B778-1B5D-42D3-0A09C5681BA9}"/>
              </a:ext>
            </a:extLst>
          </p:cNvPr>
          <p:cNvSpPr>
            <a:spLocks noGrp="1"/>
          </p:cNvSpPr>
          <p:nvPr>
            <p:ph type="body" sz="quarter" idx="21" hasCustomPrompt="1"/>
          </p:nvPr>
        </p:nvSpPr>
        <p:spPr>
          <a:xfrm>
            <a:off x="8276590" y="3375392"/>
            <a:ext cx="2423160" cy="407670"/>
          </a:xfrm>
          <a:prstGeom prst="rect">
            <a:avLst/>
          </a:prstGeom>
        </p:spPr>
        <p:txBody>
          <a:bodyPr/>
          <a:lstStyle>
            <a:lvl1pPr marL="0" indent="0">
              <a:buNone/>
              <a:defRPr sz="2400" b="1" i="0">
                <a:solidFill>
                  <a:srgbClr val="0042ED"/>
                </a:solidFill>
                <a:latin typeface="Arial Narrow" panose="020B0604020202020204" pitchFamily="34" charset="0"/>
              </a:defRPr>
            </a:lvl1pPr>
          </a:lstStyle>
          <a:p>
            <a:pPr lvl="0"/>
            <a:r>
              <a:rPr lang="es-ES"/>
              <a:t>TITLE</a:t>
            </a:r>
          </a:p>
        </p:txBody>
      </p:sp>
      <p:sp>
        <p:nvSpPr>
          <p:cNvPr id="27" name="Marcador de posición de imagen 13">
            <a:extLst>
              <a:ext uri="{FF2B5EF4-FFF2-40B4-BE49-F238E27FC236}">
                <a16:creationId xmlns:a16="http://schemas.microsoft.com/office/drawing/2014/main" id="{3C42BD48-6FD8-C5CA-5D6F-FBDDA58BF421}"/>
              </a:ext>
            </a:extLst>
          </p:cNvPr>
          <p:cNvSpPr>
            <a:spLocks noGrp="1"/>
          </p:cNvSpPr>
          <p:nvPr>
            <p:ph type="pic" sz="quarter" idx="22" hasCustomPrompt="1"/>
          </p:nvPr>
        </p:nvSpPr>
        <p:spPr>
          <a:xfrm>
            <a:off x="8276590" y="1025056"/>
            <a:ext cx="3365500" cy="2093913"/>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31" name="Marcador de texto 29">
            <a:extLst>
              <a:ext uri="{FF2B5EF4-FFF2-40B4-BE49-F238E27FC236}">
                <a16:creationId xmlns:a16="http://schemas.microsoft.com/office/drawing/2014/main" id="{9571420D-847D-4FD8-5848-AC249D60C0AC}"/>
              </a:ext>
            </a:extLst>
          </p:cNvPr>
          <p:cNvSpPr>
            <a:spLocks noGrp="1"/>
          </p:cNvSpPr>
          <p:nvPr>
            <p:ph type="body" sz="quarter" idx="25" hasCustomPrompt="1"/>
          </p:nvPr>
        </p:nvSpPr>
        <p:spPr>
          <a:xfrm>
            <a:off x="4414203" y="3848266"/>
            <a:ext cx="3370262" cy="1711325"/>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lvl="0"/>
            <a:r>
              <a:rPr lang="es-ES"/>
              <a:t>Lore </a:t>
            </a:r>
            <a:r>
              <a:rPr lang="es-ES" err="1"/>
              <a:t>ipsum</a:t>
            </a:r>
            <a:endParaRPr lang="es-ES"/>
          </a:p>
        </p:txBody>
      </p:sp>
      <p:sp>
        <p:nvSpPr>
          <p:cNvPr id="32" name="Marcador de texto 29">
            <a:extLst>
              <a:ext uri="{FF2B5EF4-FFF2-40B4-BE49-F238E27FC236}">
                <a16:creationId xmlns:a16="http://schemas.microsoft.com/office/drawing/2014/main" id="{B07EB063-2B74-190B-C35E-A7085AE28A2B}"/>
              </a:ext>
            </a:extLst>
          </p:cNvPr>
          <p:cNvSpPr>
            <a:spLocks noGrp="1"/>
          </p:cNvSpPr>
          <p:nvPr>
            <p:ph type="body" sz="quarter" idx="26" hasCustomPrompt="1"/>
          </p:nvPr>
        </p:nvSpPr>
        <p:spPr>
          <a:xfrm>
            <a:off x="8277543" y="3848266"/>
            <a:ext cx="3370262" cy="1711325"/>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lvl="0"/>
            <a:r>
              <a:rPr lang="es-ES"/>
              <a:t>Lore </a:t>
            </a:r>
            <a:r>
              <a:rPr lang="es-ES" err="1"/>
              <a:t>ipsum</a:t>
            </a:r>
            <a:endParaRPr lang="es-ES"/>
          </a:p>
        </p:txBody>
      </p:sp>
    </p:spTree>
    <p:extLst>
      <p:ext uri="{BB962C8B-B14F-4D97-AF65-F5344CB8AC3E}">
        <p14:creationId xmlns:p14="http://schemas.microsoft.com/office/powerpoint/2010/main" val="409721676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21_Four pictures">
    <p:spTree>
      <p:nvGrpSpPr>
        <p:cNvPr id="1" name=""/>
        <p:cNvGrpSpPr/>
        <p:nvPr/>
      </p:nvGrpSpPr>
      <p:grpSpPr>
        <a:xfrm>
          <a:off x="0" y="0"/>
          <a:ext cx="0" cy="0"/>
          <a:chOff x="0" y="0"/>
          <a:chExt cx="0" cy="0"/>
        </a:xfrm>
      </p:grpSpPr>
      <p:sp>
        <p:nvSpPr>
          <p:cNvPr id="23" name="Marcador de texto 22">
            <a:extLst>
              <a:ext uri="{FF2B5EF4-FFF2-40B4-BE49-F238E27FC236}">
                <a16:creationId xmlns:a16="http://schemas.microsoft.com/office/drawing/2014/main" id="{3FEA985F-DE89-AD85-1608-3B9EF4249E41}"/>
              </a:ext>
            </a:extLst>
          </p:cNvPr>
          <p:cNvSpPr>
            <a:spLocks noGrp="1"/>
          </p:cNvSpPr>
          <p:nvPr>
            <p:ph type="body" sz="quarter" idx="27" hasCustomPrompt="1"/>
          </p:nvPr>
        </p:nvSpPr>
        <p:spPr>
          <a:xfrm>
            <a:off x="3400425" y="1760220"/>
            <a:ext cx="2268538" cy="1336675"/>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lvl="0"/>
            <a:r>
              <a:rPr lang="es-ES"/>
              <a:t>Dolor </a:t>
            </a:r>
            <a:r>
              <a:rPr lang="es-ES" err="1"/>
              <a:t>sit</a:t>
            </a:r>
            <a:r>
              <a:rPr lang="es-ES"/>
              <a:t> </a:t>
            </a:r>
            <a:r>
              <a:rPr lang="es-ES" err="1"/>
              <a:t>amet</a:t>
            </a:r>
            <a:r>
              <a:rPr lang="es-ES"/>
              <a:t> </a:t>
            </a:r>
            <a:r>
              <a:rPr lang="es-ES" err="1"/>
              <a:t>Lorem</a:t>
            </a:r>
            <a:r>
              <a:rPr lang="es-ES"/>
              <a:t> </a:t>
            </a:r>
            <a:r>
              <a:rPr lang="es-ES" err="1"/>
              <a:t>ipsum</a:t>
            </a:r>
            <a:endParaRPr lang="es-ES"/>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err="1"/>
              <a:t>Proprietary</a:t>
            </a:r>
            <a:r>
              <a:rPr lang="es-ES"/>
              <a:t> </a:t>
            </a:r>
            <a:r>
              <a:rPr lang="es-ES" err="1"/>
              <a:t>Information</a:t>
            </a:r>
            <a:r>
              <a:rPr lang="es-ES"/>
              <a:t> - </a:t>
            </a:r>
            <a:r>
              <a:rPr lang="es-ES" err="1"/>
              <a:t>Confidential</a:t>
            </a:r>
            <a:endParaRPr lang="es-ES"/>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8" name="Marcador de texto 7">
            <a:extLst>
              <a:ext uri="{FF2B5EF4-FFF2-40B4-BE49-F238E27FC236}">
                <a16:creationId xmlns:a16="http://schemas.microsoft.com/office/drawing/2014/main" id="{D2DA8C01-45E7-FF4A-ECD7-AD5CCA349FCF}"/>
              </a:ext>
            </a:extLst>
          </p:cNvPr>
          <p:cNvSpPr>
            <a:spLocks noGrp="1"/>
          </p:cNvSpPr>
          <p:nvPr>
            <p:ph type="body" sz="quarter" idx="13" hasCustomPrompt="1"/>
          </p:nvPr>
        </p:nvSpPr>
        <p:spPr>
          <a:xfrm>
            <a:off x="3400418" y="1336042"/>
            <a:ext cx="2268843" cy="367464"/>
          </a:xfrm>
          <a:prstGeom prst="rect">
            <a:avLst/>
          </a:prstGeom>
        </p:spPr>
        <p:txBody>
          <a:bodyPr/>
          <a:lstStyle>
            <a:lvl1pPr marL="0" indent="0">
              <a:buNone/>
              <a:defRPr sz="1800" b="1" i="0">
                <a:solidFill>
                  <a:srgbClr val="0042ED"/>
                </a:solidFill>
                <a:latin typeface="Arial Narrow" panose="020B0604020202020204" pitchFamily="34" charset="0"/>
              </a:defRPr>
            </a:lvl1pPr>
          </a:lstStyle>
          <a:p>
            <a:pPr lvl="0"/>
            <a:r>
              <a:rPr lang="es-ES"/>
              <a:t>TITLE</a:t>
            </a:r>
          </a:p>
        </p:txBody>
      </p:sp>
      <p:sp>
        <p:nvSpPr>
          <p:cNvPr id="14" name="Marcador de posición de imagen 13">
            <a:extLst>
              <a:ext uri="{FF2B5EF4-FFF2-40B4-BE49-F238E27FC236}">
                <a16:creationId xmlns:a16="http://schemas.microsoft.com/office/drawing/2014/main" id="{D6A9297B-91C2-DF27-02C3-2BE0A982F38A}"/>
              </a:ext>
            </a:extLst>
          </p:cNvPr>
          <p:cNvSpPr>
            <a:spLocks noGrp="1"/>
          </p:cNvSpPr>
          <p:nvPr>
            <p:ph type="pic" sz="quarter" idx="15" hasCustomPrompt="1"/>
          </p:nvPr>
        </p:nvSpPr>
        <p:spPr>
          <a:xfrm>
            <a:off x="659799" y="1336042"/>
            <a:ext cx="2490387" cy="1548789"/>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5" name="Marcador de texto 7">
            <a:extLst>
              <a:ext uri="{FF2B5EF4-FFF2-40B4-BE49-F238E27FC236}">
                <a16:creationId xmlns:a16="http://schemas.microsoft.com/office/drawing/2014/main" id="{E6BECD04-A1F9-8D50-A19A-2AFE94BC06CE}"/>
              </a:ext>
            </a:extLst>
          </p:cNvPr>
          <p:cNvSpPr>
            <a:spLocks noGrp="1"/>
          </p:cNvSpPr>
          <p:nvPr>
            <p:ph type="body" sz="quarter" idx="18" hasCustomPrompt="1"/>
          </p:nvPr>
        </p:nvSpPr>
        <p:spPr>
          <a:xfrm>
            <a:off x="9267818" y="1336042"/>
            <a:ext cx="2268843" cy="367464"/>
          </a:xfrm>
          <a:prstGeom prst="rect">
            <a:avLst/>
          </a:prstGeom>
        </p:spPr>
        <p:txBody>
          <a:bodyPr/>
          <a:lstStyle>
            <a:lvl1pPr marL="0" indent="0">
              <a:buNone/>
              <a:defRPr sz="1800" b="1" i="0">
                <a:solidFill>
                  <a:srgbClr val="0042ED"/>
                </a:solidFill>
                <a:latin typeface="Arial Narrow" panose="020B0604020202020204" pitchFamily="34" charset="0"/>
              </a:defRPr>
            </a:lvl1pPr>
          </a:lstStyle>
          <a:p>
            <a:pPr lvl="0"/>
            <a:r>
              <a:rPr lang="es-ES"/>
              <a:t>TITLE</a:t>
            </a:r>
          </a:p>
        </p:txBody>
      </p:sp>
      <p:sp>
        <p:nvSpPr>
          <p:cNvPr id="10" name="Marcador de posición de imagen 13">
            <a:extLst>
              <a:ext uri="{FF2B5EF4-FFF2-40B4-BE49-F238E27FC236}">
                <a16:creationId xmlns:a16="http://schemas.microsoft.com/office/drawing/2014/main" id="{1E30E956-F138-9F7F-6574-5633959C5D29}"/>
              </a:ext>
            </a:extLst>
          </p:cNvPr>
          <p:cNvSpPr>
            <a:spLocks noGrp="1"/>
          </p:cNvSpPr>
          <p:nvPr>
            <p:ph type="pic" sz="quarter" idx="20" hasCustomPrompt="1"/>
          </p:nvPr>
        </p:nvSpPr>
        <p:spPr>
          <a:xfrm>
            <a:off x="6527199" y="1336042"/>
            <a:ext cx="2490387" cy="1548789"/>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11" name="Marcador de texto 7">
            <a:extLst>
              <a:ext uri="{FF2B5EF4-FFF2-40B4-BE49-F238E27FC236}">
                <a16:creationId xmlns:a16="http://schemas.microsoft.com/office/drawing/2014/main" id="{966F6D46-515E-B14D-215D-4370A801E3DA}"/>
              </a:ext>
            </a:extLst>
          </p:cNvPr>
          <p:cNvSpPr>
            <a:spLocks noGrp="1"/>
          </p:cNvSpPr>
          <p:nvPr>
            <p:ph type="body" sz="quarter" idx="21" hasCustomPrompt="1"/>
          </p:nvPr>
        </p:nvSpPr>
        <p:spPr>
          <a:xfrm>
            <a:off x="3400418" y="3614422"/>
            <a:ext cx="2268843" cy="367464"/>
          </a:xfrm>
          <a:prstGeom prst="rect">
            <a:avLst/>
          </a:prstGeom>
        </p:spPr>
        <p:txBody>
          <a:bodyPr/>
          <a:lstStyle>
            <a:lvl1pPr marL="0" indent="0">
              <a:buNone/>
              <a:defRPr sz="1800" b="1" i="0">
                <a:solidFill>
                  <a:srgbClr val="0042ED"/>
                </a:solidFill>
                <a:latin typeface="Arial Narrow" panose="020B0604020202020204" pitchFamily="34" charset="0"/>
              </a:defRPr>
            </a:lvl1pPr>
          </a:lstStyle>
          <a:p>
            <a:pPr lvl="0"/>
            <a:r>
              <a:rPr lang="es-ES"/>
              <a:t>TITLE</a:t>
            </a:r>
          </a:p>
        </p:txBody>
      </p:sp>
      <p:sp>
        <p:nvSpPr>
          <p:cNvPr id="13" name="Marcador de posición de imagen 13">
            <a:extLst>
              <a:ext uri="{FF2B5EF4-FFF2-40B4-BE49-F238E27FC236}">
                <a16:creationId xmlns:a16="http://schemas.microsoft.com/office/drawing/2014/main" id="{6C46B8A6-274C-24B1-5C62-27C1923DA054}"/>
              </a:ext>
            </a:extLst>
          </p:cNvPr>
          <p:cNvSpPr>
            <a:spLocks noGrp="1"/>
          </p:cNvSpPr>
          <p:nvPr>
            <p:ph type="pic" sz="quarter" idx="23" hasCustomPrompt="1"/>
          </p:nvPr>
        </p:nvSpPr>
        <p:spPr>
          <a:xfrm>
            <a:off x="659799" y="3614422"/>
            <a:ext cx="2490387" cy="1548789"/>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15" name="Marcador de texto 7">
            <a:extLst>
              <a:ext uri="{FF2B5EF4-FFF2-40B4-BE49-F238E27FC236}">
                <a16:creationId xmlns:a16="http://schemas.microsoft.com/office/drawing/2014/main" id="{460904DC-4203-67F1-976D-9AA40D7E17DA}"/>
              </a:ext>
            </a:extLst>
          </p:cNvPr>
          <p:cNvSpPr>
            <a:spLocks noGrp="1"/>
          </p:cNvSpPr>
          <p:nvPr>
            <p:ph type="body" sz="quarter" idx="24" hasCustomPrompt="1"/>
          </p:nvPr>
        </p:nvSpPr>
        <p:spPr>
          <a:xfrm>
            <a:off x="9267818" y="3614422"/>
            <a:ext cx="2268843" cy="367464"/>
          </a:xfrm>
          <a:prstGeom prst="rect">
            <a:avLst/>
          </a:prstGeom>
        </p:spPr>
        <p:txBody>
          <a:bodyPr/>
          <a:lstStyle>
            <a:lvl1pPr marL="0" indent="0">
              <a:buNone/>
              <a:defRPr sz="1800" b="1" i="0">
                <a:solidFill>
                  <a:srgbClr val="0042ED"/>
                </a:solidFill>
                <a:latin typeface="Arial Narrow" panose="020B0604020202020204" pitchFamily="34" charset="0"/>
              </a:defRPr>
            </a:lvl1pPr>
          </a:lstStyle>
          <a:p>
            <a:pPr lvl="0"/>
            <a:r>
              <a:rPr lang="es-ES"/>
              <a:t>TITLE</a:t>
            </a:r>
          </a:p>
        </p:txBody>
      </p:sp>
      <p:sp>
        <p:nvSpPr>
          <p:cNvPr id="17" name="Marcador de posición de imagen 13">
            <a:extLst>
              <a:ext uri="{FF2B5EF4-FFF2-40B4-BE49-F238E27FC236}">
                <a16:creationId xmlns:a16="http://schemas.microsoft.com/office/drawing/2014/main" id="{D464218E-BAF7-13D5-572A-DE1EDCBCEF0E}"/>
              </a:ext>
            </a:extLst>
          </p:cNvPr>
          <p:cNvSpPr>
            <a:spLocks noGrp="1"/>
          </p:cNvSpPr>
          <p:nvPr>
            <p:ph type="pic" sz="quarter" idx="26" hasCustomPrompt="1"/>
          </p:nvPr>
        </p:nvSpPr>
        <p:spPr>
          <a:xfrm>
            <a:off x="6527199" y="3614422"/>
            <a:ext cx="2490387" cy="1548789"/>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24" name="Marcador de texto 22">
            <a:extLst>
              <a:ext uri="{FF2B5EF4-FFF2-40B4-BE49-F238E27FC236}">
                <a16:creationId xmlns:a16="http://schemas.microsoft.com/office/drawing/2014/main" id="{5A48AF4B-2734-8E8E-EE54-7A93236897AE}"/>
              </a:ext>
            </a:extLst>
          </p:cNvPr>
          <p:cNvSpPr>
            <a:spLocks noGrp="1"/>
          </p:cNvSpPr>
          <p:nvPr>
            <p:ph type="body" sz="quarter" idx="28" hasCustomPrompt="1"/>
          </p:nvPr>
        </p:nvSpPr>
        <p:spPr>
          <a:xfrm>
            <a:off x="9267825" y="1760220"/>
            <a:ext cx="2268538" cy="1336675"/>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lvl="0"/>
            <a:r>
              <a:rPr lang="es-ES"/>
              <a:t>Dolor </a:t>
            </a:r>
            <a:r>
              <a:rPr lang="es-ES" err="1"/>
              <a:t>sit</a:t>
            </a:r>
            <a:r>
              <a:rPr lang="es-ES"/>
              <a:t> </a:t>
            </a:r>
            <a:r>
              <a:rPr lang="es-ES" err="1"/>
              <a:t>amet</a:t>
            </a:r>
            <a:r>
              <a:rPr lang="es-ES"/>
              <a:t> </a:t>
            </a:r>
            <a:r>
              <a:rPr lang="es-ES" err="1"/>
              <a:t>Lorem</a:t>
            </a:r>
            <a:r>
              <a:rPr lang="es-ES"/>
              <a:t> </a:t>
            </a:r>
            <a:r>
              <a:rPr lang="es-ES" err="1"/>
              <a:t>ipsum</a:t>
            </a:r>
            <a:endParaRPr lang="es-ES"/>
          </a:p>
        </p:txBody>
      </p:sp>
      <p:sp>
        <p:nvSpPr>
          <p:cNvPr id="25" name="Marcador de texto 22">
            <a:extLst>
              <a:ext uri="{FF2B5EF4-FFF2-40B4-BE49-F238E27FC236}">
                <a16:creationId xmlns:a16="http://schemas.microsoft.com/office/drawing/2014/main" id="{1EAED57B-DD02-EF62-A7F4-D37273E42E76}"/>
              </a:ext>
            </a:extLst>
          </p:cNvPr>
          <p:cNvSpPr>
            <a:spLocks noGrp="1"/>
          </p:cNvSpPr>
          <p:nvPr>
            <p:ph type="body" sz="quarter" idx="29" hasCustomPrompt="1"/>
          </p:nvPr>
        </p:nvSpPr>
        <p:spPr>
          <a:xfrm>
            <a:off x="3400425" y="4038600"/>
            <a:ext cx="2268538" cy="1336675"/>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lvl="0"/>
            <a:r>
              <a:rPr lang="es-ES"/>
              <a:t>Dolor </a:t>
            </a:r>
            <a:r>
              <a:rPr lang="es-ES" err="1"/>
              <a:t>sit</a:t>
            </a:r>
            <a:r>
              <a:rPr lang="es-ES"/>
              <a:t> </a:t>
            </a:r>
            <a:r>
              <a:rPr lang="es-ES" err="1"/>
              <a:t>amet</a:t>
            </a:r>
            <a:r>
              <a:rPr lang="es-ES"/>
              <a:t> </a:t>
            </a:r>
            <a:r>
              <a:rPr lang="es-ES" err="1"/>
              <a:t>Lorem</a:t>
            </a:r>
            <a:r>
              <a:rPr lang="es-ES"/>
              <a:t> </a:t>
            </a:r>
            <a:r>
              <a:rPr lang="es-ES" err="1"/>
              <a:t>ipsum</a:t>
            </a:r>
            <a:endParaRPr lang="es-ES"/>
          </a:p>
        </p:txBody>
      </p:sp>
      <p:sp>
        <p:nvSpPr>
          <p:cNvPr id="29" name="Marcador de texto 22">
            <a:extLst>
              <a:ext uri="{FF2B5EF4-FFF2-40B4-BE49-F238E27FC236}">
                <a16:creationId xmlns:a16="http://schemas.microsoft.com/office/drawing/2014/main" id="{DF2D2EB0-3B6F-BC69-10E1-11EBDB4D0FF2}"/>
              </a:ext>
            </a:extLst>
          </p:cNvPr>
          <p:cNvSpPr>
            <a:spLocks noGrp="1"/>
          </p:cNvSpPr>
          <p:nvPr>
            <p:ph type="body" sz="quarter" idx="30" hasCustomPrompt="1"/>
          </p:nvPr>
        </p:nvSpPr>
        <p:spPr>
          <a:xfrm>
            <a:off x="9267825" y="4038600"/>
            <a:ext cx="2268538" cy="1336675"/>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lvl="0"/>
            <a:r>
              <a:rPr lang="es-ES"/>
              <a:t>Dolor </a:t>
            </a:r>
            <a:r>
              <a:rPr lang="es-ES" err="1"/>
              <a:t>sit</a:t>
            </a:r>
            <a:r>
              <a:rPr lang="es-ES"/>
              <a:t> </a:t>
            </a:r>
            <a:r>
              <a:rPr lang="es-ES" err="1"/>
              <a:t>amet</a:t>
            </a:r>
            <a:r>
              <a:rPr lang="es-ES"/>
              <a:t> </a:t>
            </a:r>
            <a:r>
              <a:rPr lang="es-ES" err="1"/>
              <a:t>Lorem</a:t>
            </a:r>
            <a:r>
              <a:rPr lang="es-ES"/>
              <a:t> </a:t>
            </a:r>
            <a:r>
              <a:rPr lang="es-ES" err="1"/>
              <a:t>ipsum</a:t>
            </a:r>
            <a:endParaRPr lang="es-ES"/>
          </a:p>
        </p:txBody>
      </p:sp>
    </p:spTree>
    <p:extLst>
      <p:ext uri="{BB962C8B-B14F-4D97-AF65-F5344CB8AC3E}">
        <p14:creationId xmlns:p14="http://schemas.microsoft.com/office/powerpoint/2010/main" val="19814035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22_Six pictures">
    <p:spTree>
      <p:nvGrpSpPr>
        <p:cNvPr id="1" name=""/>
        <p:cNvGrpSpPr/>
        <p:nvPr/>
      </p:nvGrpSpPr>
      <p:grpSpPr>
        <a:xfrm>
          <a:off x="0" y="0"/>
          <a:ext cx="0" cy="0"/>
          <a:chOff x="0" y="0"/>
          <a:chExt cx="0" cy="0"/>
        </a:xfrm>
      </p:grpSpPr>
      <p:sp>
        <p:nvSpPr>
          <p:cNvPr id="23" name="Marcador de texto 22">
            <a:extLst>
              <a:ext uri="{FF2B5EF4-FFF2-40B4-BE49-F238E27FC236}">
                <a16:creationId xmlns:a16="http://schemas.microsoft.com/office/drawing/2014/main" id="{3FEA985F-DE89-AD85-1608-3B9EF4249E41}"/>
              </a:ext>
            </a:extLst>
          </p:cNvPr>
          <p:cNvSpPr>
            <a:spLocks noGrp="1"/>
          </p:cNvSpPr>
          <p:nvPr>
            <p:ph type="body" sz="quarter" idx="27" hasCustomPrompt="1"/>
          </p:nvPr>
        </p:nvSpPr>
        <p:spPr>
          <a:xfrm>
            <a:off x="3400425" y="1161324"/>
            <a:ext cx="2268538" cy="1121649"/>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lvl="0"/>
            <a:r>
              <a:rPr lang="es-ES"/>
              <a:t>Dolor </a:t>
            </a:r>
            <a:r>
              <a:rPr lang="es-ES" err="1"/>
              <a:t>sit</a:t>
            </a:r>
            <a:r>
              <a:rPr lang="es-ES"/>
              <a:t> </a:t>
            </a:r>
            <a:r>
              <a:rPr lang="es-ES" err="1"/>
              <a:t>amet</a:t>
            </a:r>
            <a:r>
              <a:rPr lang="es-ES"/>
              <a:t> </a:t>
            </a:r>
            <a:r>
              <a:rPr lang="es-ES" err="1"/>
              <a:t>Lorem</a:t>
            </a:r>
            <a:r>
              <a:rPr lang="es-ES"/>
              <a:t> </a:t>
            </a:r>
            <a:r>
              <a:rPr lang="es-ES" err="1"/>
              <a:t>ipsum</a:t>
            </a:r>
            <a:endParaRPr lang="es-ES"/>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err="1"/>
              <a:t>Proprietary</a:t>
            </a:r>
            <a:r>
              <a:rPr lang="es-ES"/>
              <a:t> </a:t>
            </a:r>
            <a:r>
              <a:rPr lang="es-ES" err="1"/>
              <a:t>Information</a:t>
            </a:r>
            <a:r>
              <a:rPr lang="es-ES"/>
              <a:t> - </a:t>
            </a:r>
            <a:r>
              <a:rPr lang="es-ES" err="1"/>
              <a:t>Confidential</a:t>
            </a:r>
            <a:endParaRPr lang="es-ES"/>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8" name="Marcador de texto 7">
            <a:extLst>
              <a:ext uri="{FF2B5EF4-FFF2-40B4-BE49-F238E27FC236}">
                <a16:creationId xmlns:a16="http://schemas.microsoft.com/office/drawing/2014/main" id="{D2DA8C01-45E7-FF4A-ECD7-AD5CCA349FCF}"/>
              </a:ext>
            </a:extLst>
          </p:cNvPr>
          <p:cNvSpPr>
            <a:spLocks noGrp="1"/>
          </p:cNvSpPr>
          <p:nvPr>
            <p:ph type="body" sz="quarter" idx="13" hasCustomPrompt="1"/>
          </p:nvPr>
        </p:nvSpPr>
        <p:spPr>
          <a:xfrm>
            <a:off x="3400418" y="737146"/>
            <a:ext cx="2268843" cy="367464"/>
          </a:xfrm>
          <a:prstGeom prst="rect">
            <a:avLst/>
          </a:prstGeom>
        </p:spPr>
        <p:txBody>
          <a:bodyPr/>
          <a:lstStyle>
            <a:lvl1pPr marL="0" indent="0">
              <a:buNone/>
              <a:defRPr sz="1800" b="1" i="0">
                <a:solidFill>
                  <a:srgbClr val="0042ED"/>
                </a:solidFill>
                <a:latin typeface="Arial Narrow" panose="020B0604020202020204" pitchFamily="34" charset="0"/>
              </a:defRPr>
            </a:lvl1pPr>
          </a:lstStyle>
          <a:p>
            <a:pPr lvl="0"/>
            <a:r>
              <a:rPr lang="es-ES"/>
              <a:t>TITLE</a:t>
            </a:r>
          </a:p>
        </p:txBody>
      </p:sp>
      <p:sp>
        <p:nvSpPr>
          <p:cNvPr id="14" name="Marcador de posición de imagen 13">
            <a:extLst>
              <a:ext uri="{FF2B5EF4-FFF2-40B4-BE49-F238E27FC236}">
                <a16:creationId xmlns:a16="http://schemas.microsoft.com/office/drawing/2014/main" id="{D6A9297B-91C2-DF27-02C3-2BE0A982F38A}"/>
              </a:ext>
            </a:extLst>
          </p:cNvPr>
          <p:cNvSpPr>
            <a:spLocks noGrp="1"/>
          </p:cNvSpPr>
          <p:nvPr>
            <p:ph type="pic" sz="quarter" idx="15" hasCustomPrompt="1"/>
          </p:nvPr>
        </p:nvSpPr>
        <p:spPr>
          <a:xfrm>
            <a:off x="659799" y="737146"/>
            <a:ext cx="2490387" cy="1548789"/>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5" name="Marcador de texto 7">
            <a:extLst>
              <a:ext uri="{FF2B5EF4-FFF2-40B4-BE49-F238E27FC236}">
                <a16:creationId xmlns:a16="http://schemas.microsoft.com/office/drawing/2014/main" id="{E6BECD04-A1F9-8D50-A19A-2AFE94BC06CE}"/>
              </a:ext>
            </a:extLst>
          </p:cNvPr>
          <p:cNvSpPr>
            <a:spLocks noGrp="1"/>
          </p:cNvSpPr>
          <p:nvPr>
            <p:ph type="body" sz="quarter" idx="18" hasCustomPrompt="1"/>
          </p:nvPr>
        </p:nvSpPr>
        <p:spPr>
          <a:xfrm>
            <a:off x="9267818" y="737146"/>
            <a:ext cx="2268843" cy="367464"/>
          </a:xfrm>
          <a:prstGeom prst="rect">
            <a:avLst/>
          </a:prstGeom>
        </p:spPr>
        <p:txBody>
          <a:bodyPr/>
          <a:lstStyle>
            <a:lvl1pPr marL="0" indent="0">
              <a:buNone/>
              <a:defRPr sz="1800" b="1" i="0">
                <a:solidFill>
                  <a:srgbClr val="0042ED"/>
                </a:solidFill>
                <a:latin typeface="Arial Narrow" panose="020B0604020202020204" pitchFamily="34" charset="0"/>
              </a:defRPr>
            </a:lvl1pPr>
          </a:lstStyle>
          <a:p>
            <a:pPr lvl="0"/>
            <a:r>
              <a:rPr lang="es-ES"/>
              <a:t>TITLE</a:t>
            </a:r>
          </a:p>
        </p:txBody>
      </p:sp>
      <p:sp>
        <p:nvSpPr>
          <p:cNvPr id="10" name="Marcador de posición de imagen 13">
            <a:extLst>
              <a:ext uri="{FF2B5EF4-FFF2-40B4-BE49-F238E27FC236}">
                <a16:creationId xmlns:a16="http://schemas.microsoft.com/office/drawing/2014/main" id="{1E30E956-F138-9F7F-6574-5633959C5D29}"/>
              </a:ext>
            </a:extLst>
          </p:cNvPr>
          <p:cNvSpPr>
            <a:spLocks noGrp="1"/>
          </p:cNvSpPr>
          <p:nvPr>
            <p:ph type="pic" sz="quarter" idx="20" hasCustomPrompt="1"/>
          </p:nvPr>
        </p:nvSpPr>
        <p:spPr>
          <a:xfrm>
            <a:off x="6527199" y="737146"/>
            <a:ext cx="2490387" cy="1548789"/>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11" name="Marcador de texto 7">
            <a:extLst>
              <a:ext uri="{FF2B5EF4-FFF2-40B4-BE49-F238E27FC236}">
                <a16:creationId xmlns:a16="http://schemas.microsoft.com/office/drawing/2014/main" id="{966F6D46-515E-B14D-215D-4370A801E3DA}"/>
              </a:ext>
            </a:extLst>
          </p:cNvPr>
          <p:cNvSpPr>
            <a:spLocks noGrp="1"/>
          </p:cNvSpPr>
          <p:nvPr>
            <p:ph type="body" sz="quarter" idx="21" hasCustomPrompt="1"/>
          </p:nvPr>
        </p:nvSpPr>
        <p:spPr>
          <a:xfrm>
            <a:off x="3400418" y="2593464"/>
            <a:ext cx="2268843" cy="367464"/>
          </a:xfrm>
          <a:prstGeom prst="rect">
            <a:avLst/>
          </a:prstGeom>
        </p:spPr>
        <p:txBody>
          <a:bodyPr/>
          <a:lstStyle>
            <a:lvl1pPr marL="0" indent="0">
              <a:buNone/>
              <a:defRPr sz="1800" b="1" i="0">
                <a:solidFill>
                  <a:srgbClr val="0042ED"/>
                </a:solidFill>
                <a:latin typeface="Arial Narrow" panose="020B0604020202020204" pitchFamily="34" charset="0"/>
              </a:defRPr>
            </a:lvl1pPr>
          </a:lstStyle>
          <a:p>
            <a:pPr lvl="0"/>
            <a:r>
              <a:rPr lang="es-ES"/>
              <a:t>TITLE</a:t>
            </a:r>
          </a:p>
        </p:txBody>
      </p:sp>
      <p:sp>
        <p:nvSpPr>
          <p:cNvPr id="13" name="Marcador de posición de imagen 13">
            <a:extLst>
              <a:ext uri="{FF2B5EF4-FFF2-40B4-BE49-F238E27FC236}">
                <a16:creationId xmlns:a16="http://schemas.microsoft.com/office/drawing/2014/main" id="{6C46B8A6-274C-24B1-5C62-27C1923DA054}"/>
              </a:ext>
            </a:extLst>
          </p:cNvPr>
          <p:cNvSpPr>
            <a:spLocks noGrp="1"/>
          </p:cNvSpPr>
          <p:nvPr>
            <p:ph type="pic" sz="quarter" idx="23" hasCustomPrompt="1"/>
          </p:nvPr>
        </p:nvSpPr>
        <p:spPr>
          <a:xfrm>
            <a:off x="659799" y="2593464"/>
            <a:ext cx="2490387" cy="1548789"/>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15" name="Marcador de texto 7">
            <a:extLst>
              <a:ext uri="{FF2B5EF4-FFF2-40B4-BE49-F238E27FC236}">
                <a16:creationId xmlns:a16="http://schemas.microsoft.com/office/drawing/2014/main" id="{460904DC-4203-67F1-976D-9AA40D7E17DA}"/>
              </a:ext>
            </a:extLst>
          </p:cNvPr>
          <p:cNvSpPr>
            <a:spLocks noGrp="1"/>
          </p:cNvSpPr>
          <p:nvPr>
            <p:ph type="body" sz="quarter" idx="24" hasCustomPrompt="1"/>
          </p:nvPr>
        </p:nvSpPr>
        <p:spPr>
          <a:xfrm>
            <a:off x="9267818" y="2593464"/>
            <a:ext cx="2268843" cy="367464"/>
          </a:xfrm>
          <a:prstGeom prst="rect">
            <a:avLst/>
          </a:prstGeom>
        </p:spPr>
        <p:txBody>
          <a:bodyPr/>
          <a:lstStyle>
            <a:lvl1pPr marL="0" indent="0">
              <a:buNone/>
              <a:defRPr sz="1800" b="1" i="0">
                <a:solidFill>
                  <a:srgbClr val="0042ED"/>
                </a:solidFill>
                <a:latin typeface="Arial Narrow" panose="020B0604020202020204" pitchFamily="34" charset="0"/>
              </a:defRPr>
            </a:lvl1pPr>
          </a:lstStyle>
          <a:p>
            <a:pPr lvl="0"/>
            <a:r>
              <a:rPr lang="es-ES"/>
              <a:t>TITLE</a:t>
            </a:r>
          </a:p>
        </p:txBody>
      </p:sp>
      <p:sp>
        <p:nvSpPr>
          <p:cNvPr id="17" name="Marcador de posición de imagen 13">
            <a:extLst>
              <a:ext uri="{FF2B5EF4-FFF2-40B4-BE49-F238E27FC236}">
                <a16:creationId xmlns:a16="http://schemas.microsoft.com/office/drawing/2014/main" id="{D464218E-BAF7-13D5-572A-DE1EDCBCEF0E}"/>
              </a:ext>
            </a:extLst>
          </p:cNvPr>
          <p:cNvSpPr>
            <a:spLocks noGrp="1"/>
          </p:cNvSpPr>
          <p:nvPr>
            <p:ph type="pic" sz="quarter" idx="26" hasCustomPrompt="1"/>
          </p:nvPr>
        </p:nvSpPr>
        <p:spPr>
          <a:xfrm>
            <a:off x="6527199" y="2593464"/>
            <a:ext cx="2490387" cy="1548789"/>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24" name="Marcador de texto 22">
            <a:extLst>
              <a:ext uri="{FF2B5EF4-FFF2-40B4-BE49-F238E27FC236}">
                <a16:creationId xmlns:a16="http://schemas.microsoft.com/office/drawing/2014/main" id="{5A48AF4B-2734-8E8E-EE54-7A93236897AE}"/>
              </a:ext>
            </a:extLst>
          </p:cNvPr>
          <p:cNvSpPr>
            <a:spLocks noGrp="1"/>
          </p:cNvSpPr>
          <p:nvPr>
            <p:ph type="body" sz="quarter" idx="28" hasCustomPrompt="1"/>
          </p:nvPr>
        </p:nvSpPr>
        <p:spPr>
          <a:xfrm>
            <a:off x="9267825" y="1161324"/>
            <a:ext cx="2268538" cy="1121649"/>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lvl="0"/>
            <a:r>
              <a:rPr lang="es-ES"/>
              <a:t>Dolor </a:t>
            </a:r>
            <a:r>
              <a:rPr lang="es-ES" err="1"/>
              <a:t>sit</a:t>
            </a:r>
            <a:r>
              <a:rPr lang="es-ES"/>
              <a:t> </a:t>
            </a:r>
            <a:r>
              <a:rPr lang="es-ES" err="1"/>
              <a:t>amet</a:t>
            </a:r>
            <a:r>
              <a:rPr lang="es-ES"/>
              <a:t> </a:t>
            </a:r>
            <a:r>
              <a:rPr lang="es-ES" err="1"/>
              <a:t>Lorem</a:t>
            </a:r>
            <a:r>
              <a:rPr lang="es-ES"/>
              <a:t> </a:t>
            </a:r>
            <a:r>
              <a:rPr lang="es-ES" err="1"/>
              <a:t>ipsum</a:t>
            </a:r>
            <a:endParaRPr lang="es-ES"/>
          </a:p>
        </p:txBody>
      </p:sp>
      <p:sp>
        <p:nvSpPr>
          <p:cNvPr id="25" name="Marcador de texto 22">
            <a:extLst>
              <a:ext uri="{FF2B5EF4-FFF2-40B4-BE49-F238E27FC236}">
                <a16:creationId xmlns:a16="http://schemas.microsoft.com/office/drawing/2014/main" id="{1EAED57B-DD02-EF62-A7F4-D37273E42E76}"/>
              </a:ext>
            </a:extLst>
          </p:cNvPr>
          <p:cNvSpPr>
            <a:spLocks noGrp="1"/>
          </p:cNvSpPr>
          <p:nvPr>
            <p:ph type="body" sz="quarter" idx="29" hasCustomPrompt="1"/>
          </p:nvPr>
        </p:nvSpPr>
        <p:spPr>
          <a:xfrm>
            <a:off x="3400425" y="3017642"/>
            <a:ext cx="2268538" cy="1124611"/>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lvl="0"/>
            <a:r>
              <a:rPr lang="es-ES"/>
              <a:t>Dolor </a:t>
            </a:r>
            <a:r>
              <a:rPr lang="es-ES" err="1"/>
              <a:t>sit</a:t>
            </a:r>
            <a:r>
              <a:rPr lang="es-ES"/>
              <a:t> </a:t>
            </a:r>
            <a:r>
              <a:rPr lang="es-ES" err="1"/>
              <a:t>amet</a:t>
            </a:r>
            <a:r>
              <a:rPr lang="es-ES"/>
              <a:t> </a:t>
            </a:r>
            <a:r>
              <a:rPr lang="es-ES" err="1"/>
              <a:t>Lorem</a:t>
            </a:r>
            <a:r>
              <a:rPr lang="es-ES"/>
              <a:t> </a:t>
            </a:r>
            <a:r>
              <a:rPr lang="es-ES" err="1"/>
              <a:t>ipsum</a:t>
            </a:r>
            <a:endParaRPr lang="es-ES"/>
          </a:p>
        </p:txBody>
      </p:sp>
      <p:sp>
        <p:nvSpPr>
          <p:cNvPr id="29" name="Marcador de texto 22">
            <a:extLst>
              <a:ext uri="{FF2B5EF4-FFF2-40B4-BE49-F238E27FC236}">
                <a16:creationId xmlns:a16="http://schemas.microsoft.com/office/drawing/2014/main" id="{DF2D2EB0-3B6F-BC69-10E1-11EBDB4D0FF2}"/>
              </a:ext>
            </a:extLst>
          </p:cNvPr>
          <p:cNvSpPr>
            <a:spLocks noGrp="1"/>
          </p:cNvSpPr>
          <p:nvPr>
            <p:ph type="body" sz="quarter" idx="30" hasCustomPrompt="1"/>
          </p:nvPr>
        </p:nvSpPr>
        <p:spPr>
          <a:xfrm>
            <a:off x="9267825" y="3017642"/>
            <a:ext cx="2268538" cy="1124611"/>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lvl="0"/>
            <a:r>
              <a:rPr lang="es-ES"/>
              <a:t>Dolor </a:t>
            </a:r>
            <a:r>
              <a:rPr lang="es-ES" err="1"/>
              <a:t>sit</a:t>
            </a:r>
            <a:r>
              <a:rPr lang="es-ES"/>
              <a:t> </a:t>
            </a:r>
            <a:r>
              <a:rPr lang="es-ES" err="1"/>
              <a:t>amet</a:t>
            </a:r>
            <a:r>
              <a:rPr lang="es-ES"/>
              <a:t> </a:t>
            </a:r>
            <a:r>
              <a:rPr lang="es-ES" err="1"/>
              <a:t>Lorem</a:t>
            </a:r>
            <a:r>
              <a:rPr lang="es-ES"/>
              <a:t> </a:t>
            </a:r>
            <a:r>
              <a:rPr lang="es-ES" err="1"/>
              <a:t>ipsum</a:t>
            </a:r>
            <a:endParaRPr lang="es-ES"/>
          </a:p>
        </p:txBody>
      </p:sp>
      <p:sp>
        <p:nvSpPr>
          <p:cNvPr id="2" name="Marcador de texto 7">
            <a:extLst>
              <a:ext uri="{FF2B5EF4-FFF2-40B4-BE49-F238E27FC236}">
                <a16:creationId xmlns:a16="http://schemas.microsoft.com/office/drawing/2014/main" id="{E5B31671-1685-12FE-83CE-5BB6BE709F7C}"/>
              </a:ext>
            </a:extLst>
          </p:cNvPr>
          <p:cNvSpPr>
            <a:spLocks noGrp="1"/>
          </p:cNvSpPr>
          <p:nvPr>
            <p:ph type="body" sz="quarter" idx="31" hasCustomPrompt="1"/>
          </p:nvPr>
        </p:nvSpPr>
        <p:spPr>
          <a:xfrm>
            <a:off x="3400418" y="4452744"/>
            <a:ext cx="2268843" cy="367464"/>
          </a:xfrm>
          <a:prstGeom prst="rect">
            <a:avLst/>
          </a:prstGeom>
        </p:spPr>
        <p:txBody>
          <a:bodyPr/>
          <a:lstStyle>
            <a:lvl1pPr marL="0" indent="0">
              <a:buNone/>
              <a:defRPr sz="1800" b="1" i="0">
                <a:solidFill>
                  <a:srgbClr val="0042ED"/>
                </a:solidFill>
                <a:latin typeface="Arial Narrow" panose="020B0604020202020204" pitchFamily="34" charset="0"/>
              </a:defRPr>
            </a:lvl1pPr>
          </a:lstStyle>
          <a:p>
            <a:pPr lvl="0"/>
            <a:r>
              <a:rPr lang="es-ES"/>
              <a:t>TITLE</a:t>
            </a:r>
          </a:p>
        </p:txBody>
      </p:sp>
      <p:sp>
        <p:nvSpPr>
          <p:cNvPr id="3" name="Marcador de posición de imagen 13">
            <a:extLst>
              <a:ext uri="{FF2B5EF4-FFF2-40B4-BE49-F238E27FC236}">
                <a16:creationId xmlns:a16="http://schemas.microsoft.com/office/drawing/2014/main" id="{2A677601-160F-F3DD-D9BE-44D17F6E5A36}"/>
              </a:ext>
            </a:extLst>
          </p:cNvPr>
          <p:cNvSpPr>
            <a:spLocks noGrp="1"/>
          </p:cNvSpPr>
          <p:nvPr>
            <p:ph type="pic" sz="quarter" idx="32" hasCustomPrompt="1"/>
          </p:nvPr>
        </p:nvSpPr>
        <p:spPr>
          <a:xfrm>
            <a:off x="659799" y="4452744"/>
            <a:ext cx="2490387" cy="1548789"/>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4" name="Marcador de texto 7">
            <a:extLst>
              <a:ext uri="{FF2B5EF4-FFF2-40B4-BE49-F238E27FC236}">
                <a16:creationId xmlns:a16="http://schemas.microsoft.com/office/drawing/2014/main" id="{E203A1BD-627D-C1DD-8454-0057AEEA3624}"/>
              </a:ext>
            </a:extLst>
          </p:cNvPr>
          <p:cNvSpPr>
            <a:spLocks noGrp="1"/>
          </p:cNvSpPr>
          <p:nvPr>
            <p:ph type="body" sz="quarter" idx="33" hasCustomPrompt="1"/>
          </p:nvPr>
        </p:nvSpPr>
        <p:spPr>
          <a:xfrm>
            <a:off x="9267818" y="4452744"/>
            <a:ext cx="2268843" cy="367464"/>
          </a:xfrm>
          <a:prstGeom prst="rect">
            <a:avLst/>
          </a:prstGeom>
        </p:spPr>
        <p:txBody>
          <a:bodyPr/>
          <a:lstStyle>
            <a:lvl1pPr marL="0" indent="0">
              <a:buNone/>
              <a:defRPr sz="1800" b="1" i="0">
                <a:solidFill>
                  <a:srgbClr val="0042ED"/>
                </a:solidFill>
                <a:latin typeface="Arial Narrow" panose="020B0604020202020204" pitchFamily="34" charset="0"/>
              </a:defRPr>
            </a:lvl1pPr>
          </a:lstStyle>
          <a:p>
            <a:pPr lvl="0"/>
            <a:r>
              <a:rPr lang="es-ES"/>
              <a:t>TITLE</a:t>
            </a:r>
          </a:p>
        </p:txBody>
      </p:sp>
      <p:sp>
        <p:nvSpPr>
          <p:cNvPr id="9" name="Marcador de posición de imagen 13">
            <a:extLst>
              <a:ext uri="{FF2B5EF4-FFF2-40B4-BE49-F238E27FC236}">
                <a16:creationId xmlns:a16="http://schemas.microsoft.com/office/drawing/2014/main" id="{9BDD2987-3D3C-18D1-6EC5-695862810283}"/>
              </a:ext>
            </a:extLst>
          </p:cNvPr>
          <p:cNvSpPr>
            <a:spLocks noGrp="1"/>
          </p:cNvSpPr>
          <p:nvPr>
            <p:ph type="pic" sz="quarter" idx="34" hasCustomPrompt="1"/>
          </p:nvPr>
        </p:nvSpPr>
        <p:spPr>
          <a:xfrm>
            <a:off x="6527199" y="4452744"/>
            <a:ext cx="2490387" cy="1548789"/>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12" name="Marcador de texto 22">
            <a:extLst>
              <a:ext uri="{FF2B5EF4-FFF2-40B4-BE49-F238E27FC236}">
                <a16:creationId xmlns:a16="http://schemas.microsoft.com/office/drawing/2014/main" id="{DA960E9E-6F16-BA1E-CBC7-8A84A3E983B8}"/>
              </a:ext>
            </a:extLst>
          </p:cNvPr>
          <p:cNvSpPr>
            <a:spLocks noGrp="1"/>
          </p:cNvSpPr>
          <p:nvPr>
            <p:ph type="body" sz="quarter" idx="35" hasCustomPrompt="1"/>
          </p:nvPr>
        </p:nvSpPr>
        <p:spPr>
          <a:xfrm>
            <a:off x="3400425" y="4876922"/>
            <a:ext cx="2268538" cy="1124611"/>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lvl="0"/>
            <a:r>
              <a:rPr lang="es-ES"/>
              <a:t>Dolor </a:t>
            </a:r>
            <a:r>
              <a:rPr lang="es-ES" err="1"/>
              <a:t>sit</a:t>
            </a:r>
            <a:r>
              <a:rPr lang="es-ES"/>
              <a:t> </a:t>
            </a:r>
            <a:r>
              <a:rPr lang="es-ES" err="1"/>
              <a:t>amet</a:t>
            </a:r>
            <a:r>
              <a:rPr lang="es-ES"/>
              <a:t> </a:t>
            </a:r>
            <a:r>
              <a:rPr lang="es-ES" err="1"/>
              <a:t>Lorem</a:t>
            </a:r>
            <a:r>
              <a:rPr lang="es-ES"/>
              <a:t> </a:t>
            </a:r>
            <a:r>
              <a:rPr lang="es-ES" err="1"/>
              <a:t>ipsum</a:t>
            </a:r>
            <a:endParaRPr lang="es-ES"/>
          </a:p>
        </p:txBody>
      </p:sp>
      <p:sp>
        <p:nvSpPr>
          <p:cNvPr id="16" name="Marcador de texto 22">
            <a:extLst>
              <a:ext uri="{FF2B5EF4-FFF2-40B4-BE49-F238E27FC236}">
                <a16:creationId xmlns:a16="http://schemas.microsoft.com/office/drawing/2014/main" id="{60B5C859-4FF8-6905-BB8D-2BAA36CD1A2A}"/>
              </a:ext>
            </a:extLst>
          </p:cNvPr>
          <p:cNvSpPr>
            <a:spLocks noGrp="1"/>
          </p:cNvSpPr>
          <p:nvPr>
            <p:ph type="body" sz="quarter" idx="36" hasCustomPrompt="1"/>
          </p:nvPr>
        </p:nvSpPr>
        <p:spPr>
          <a:xfrm>
            <a:off x="9267825" y="4876922"/>
            <a:ext cx="2268538" cy="1124611"/>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lvl="0"/>
            <a:r>
              <a:rPr lang="es-ES"/>
              <a:t>Dolor </a:t>
            </a:r>
            <a:r>
              <a:rPr lang="es-ES" err="1"/>
              <a:t>sit</a:t>
            </a:r>
            <a:r>
              <a:rPr lang="es-ES"/>
              <a:t> </a:t>
            </a:r>
            <a:r>
              <a:rPr lang="es-ES" err="1"/>
              <a:t>amet</a:t>
            </a:r>
            <a:r>
              <a:rPr lang="es-ES"/>
              <a:t> </a:t>
            </a:r>
            <a:r>
              <a:rPr lang="es-ES" err="1"/>
              <a:t>Lorem</a:t>
            </a:r>
            <a:r>
              <a:rPr lang="es-ES"/>
              <a:t> </a:t>
            </a:r>
            <a:r>
              <a:rPr lang="es-ES" err="1"/>
              <a:t>ipsum</a:t>
            </a:r>
            <a:endParaRPr lang="es-ES"/>
          </a:p>
        </p:txBody>
      </p:sp>
    </p:spTree>
    <p:extLst>
      <p:ext uri="{BB962C8B-B14F-4D97-AF65-F5344CB8AC3E}">
        <p14:creationId xmlns:p14="http://schemas.microsoft.com/office/powerpoint/2010/main" val="31170446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30_Figures">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3" name="Marcador de texto 2">
            <a:extLst>
              <a:ext uri="{FF2B5EF4-FFF2-40B4-BE49-F238E27FC236}">
                <a16:creationId xmlns:a16="http://schemas.microsoft.com/office/drawing/2014/main" id="{523070DD-B07F-EC0C-2D8B-FF1FE31BA7E6}"/>
              </a:ext>
            </a:extLst>
          </p:cNvPr>
          <p:cNvSpPr>
            <a:spLocks noGrp="1"/>
          </p:cNvSpPr>
          <p:nvPr>
            <p:ph type="body" sz="quarter" idx="17" hasCustomPrompt="1"/>
          </p:nvPr>
        </p:nvSpPr>
        <p:spPr>
          <a:xfrm>
            <a:off x="682449" y="2822209"/>
            <a:ext cx="1067612" cy="398207"/>
          </a:xfrm>
          <a:prstGeom prst="rect">
            <a:avLst/>
          </a:prstGeom>
        </p:spPr>
        <p:txBody>
          <a:bodyPr/>
          <a:lstStyle>
            <a:lvl1pPr marL="0" indent="0">
              <a:buNone/>
              <a:defRPr sz="1400" b="1" i="0">
                <a:latin typeface="Arial Narrow" panose="020B0604020202020204" pitchFamily="34" charset="0"/>
                <a:cs typeface="Graphik Medium" pitchFamily="2" charset="77"/>
              </a:defRPr>
            </a:lvl1pPr>
          </a:lstStyle>
          <a:p>
            <a:pPr lvl="0"/>
            <a:r>
              <a:rPr lang="es-ES"/>
              <a:t>SUBTITLE</a:t>
            </a:r>
          </a:p>
        </p:txBody>
      </p:sp>
      <p:cxnSp>
        <p:nvCxnSpPr>
          <p:cNvPr id="8" name="Conector recto 7">
            <a:extLst>
              <a:ext uri="{FF2B5EF4-FFF2-40B4-BE49-F238E27FC236}">
                <a16:creationId xmlns:a16="http://schemas.microsoft.com/office/drawing/2014/main" id="{60819FF9-F969-F310-F559-904E97DCEAAA}"/>
              </a:ext>
            </a:extLst>
          </p:cNvPr>
          <p:cNvCxnSpPr>
            <a:cxnSpLocks/>
          </p:cNvCxnSpPr>
          <p:nvPr userDrawn="1"/>
        </p:nvCxnSpPr>
        <p:spPr>
          <a:xfrm>
            <a:off x="555308" y="2616469"/>
            <a:ext cx="0" cy="3009900"/>
          </a:xfrm>
          <a:prstGeom prst="line">
            <a:avLst/>
          </a:prstGeom>
          <a:ln w="12700"/>
        </p:spPr>
        <p:style>
          <a:lnRef idx="2">
            <a:schemeClr val="dk1"/>
          </a:lnRef>
          <a:fillRef idx="0">
            <a:schemeClr val="dk1"/>
          </a:fillRef>
          <a:effectRef idx="1">
            <a:schemeClr val="dk1"/>
          </a:effectRef>
          <a:fontRef idx="minor">
            <a:schemeClr val="tx1"/>
          </a:fontRef>
        </p:style>
      </p:cxnSp>
      <p:sp>
        <p:nvSpPr>
          <p:cNvPr id="16" name="Marcador de texto 2">
            <a:extLst>
              <a:ext uri="{FF2B5EF4-FFF2-40B4-BE49-F238E27FC236}">
                <a16:creationId xmlns:a16="http://schemas.microsoft.com/office/drawing/2014/main" id="{DFB9C5BD-222F-9BAE-88D9-8B4A34CE9F80}"/>
              </a:ext>
            </a:extLst>
          </p:cNvPr>
          <p:cNvSpPr>
            <a:spLocks noGrp="1"/>
          </p:cNvSpPr>
          <p:nvPr>
            <p:ph type="body" sz="quarter" idx="18" hasCustomPrompt="1"/>
          </p:nvPr>
        </p:nvSpPr>
        <p:spPr>
          <a:xfrm>
            <a:off x="682448" y="4437649"/>
            <a:ext cx="2294419" cy="998220"/>
          </a:xfrm>
          <a:prstGeom prst="rect">
            <a:avLst/>
          </a:prstGeom>
        </p:spPr>
        <p:txBody>
          <a:bodyPr anchor="b"/>
          <a:lstStyle>
            <a:lvl1pPr marL="0" indent="0">
              <a:buNone/>
              <a:defRPr sz="8000" b="1" i="0">
                <a:solidFill>
                  <a:srgbClr val="0042ED"/>
                </a:solidFill>
                <a:latin typeface="Arial Narrow" panose="020B0604020202020204" pitchFamily="34" charset="0"/>
                <a:cs typeface="Graphik Medium" pitchFamily="2" charset="77"/>
              </a:defRPr>
            </a:lvl1pPr>
          </a:lstStyle>
          <a:p>
            <a:pPr lvl="0"/>
            <a:r>
              <a:rPr lang="es-ES"/>
              <a:t>4.3K</a:t>
            </a:r>
          </a:p>
        </p:txBody>
      </p:sp>
      <p:sp>
        <p:nvSpPr>
          <p:cNvPr id="18" name="Marcador de texto 2">
            <a:extLst>
              <a:ext uri="{FF2B5EF4-FFF2-40B4-BE49-F238E27FC236}">
                <a16:creationId xmlns:a16="http://schemas.microsoft.com/office/drawing/2014/main" id="{2F79BBD8-FD79-6894-3428-9F05665813F5}"/>
              </a:ext>
            </a:extLst>
          </p:cNvPr>
          <p:cNvSpPr>
            <a:spLocks noGrp="1"/>
          </p:cNvSpPr>
          <p:nvPr>
            <p:ph type="body" sz="quarter" idx="19" hasCustomPrompt="1"/>
          </p:nvPr>
        </p:nvSpPr>
        <p:spPr>
          <a:xfrm>
            <a:off x="3593289" y="2822209"/>
            <a:ext cx="1067612" cy="398207"/>
          </a:xfrm>
          <a:prstGeom prst="rect">
            <a:avLst/>
          </a:prstGeom>
        </p:spPr>
        <p:txBody>
          <a:bodyPr/>
          <a:lstStyle>
            <a:lvl1pPr marL="0" indent="0">
              <a:buNone/>
              <a:defRPr sz="1400" b="1" i="0">
                <a:latin typeface="Arial Narrow" panose="020B0604020202020204" pitchFamily="34" charset="0"/>
                <a:cs typeface="Graphik Medium" pitchFamily="2" charset="77"/>
              </a:defRPr>
            </a:lvl1pPr>
          </a:lstStyle>
          <a:p>
            <a:pPr lvl="0"/>
            <a:r>
              <a:rPr lang="es-ES"/>
              <a:t>SUBTITLE</a:t>
            </a:r>
          </a:p>
        </p:txBody>
      </p:sp>
      <p:cxnSp>
        <p:nvCxnSpPr>
          <p:cNvPr id="19" name="Conector recto 18">
            <a:extLst>
              <a:ext uri="{FF2B5EF4-FFF2-40B4-BE49-F238E27FC236}">
                <a16:creationId xmlns:a16="http://schemas.microsoft.com/office/drawing/2014/main" id="{71949490-10BA-63F0-3A1E-996004EB8021}"/>
              </a:ext>
            </a:extLst>
          </p:cNvPr>
          <p:cNvCxnSpPr>
            <a:cxnSpLocks/>
          </p:cNvCxnSpPr>
          <p:nvPr userDrawn="1"/>
        </p:nvCxnSpPr>
        <p:spPr>
          <a:xfrm>
            <a:off x="3466148" y="2616469"/>
            <a:ext cx="0" cy="3009900"/>
          </a:xfrm>
          <a:prstGeom prst="line">
            <a:avLst/>
          </a:prstGeom>
          <a:ln w="12700"/>
        </p:spPr>
        <p:style>
          <a:lnRef idx="2">
            <a:schemeClr val="dk1"/>
          </a:lnRef>
          <a:fillRef idx="0">
            <a:schemeClr val="dk1"/>
          </a:fillRef>
          <a:effectRef idx="1">
            <a:schemeClr val="dk1"/>
          </a:effectRef>
          <a:fontRef idx="minor">
            <a:schemeClr val="tx1"/>
          </a:fontRef>
        </p:style>
      </p:cxnSp>
      <p:sp>
        <p:nvSpPr>
          <p:cNvPr id="20" name="Marcador de texto 2">
            <a:extLst>
              <a:ext uri="{FF2B5EF4-FFF2-40B4-BE49-F238E27FC236}">
                <a16:creationId xmlns:a16="http://schemas.microsoft.com/office/drawing/2014/main" id="{BCDB9CED-75DA-F231-9853-30EA5679F2FD}"/>
              </a:ext>
            </a:extLst>
          </p:cNvPr>
          <p:cNvSpPr>
            <a:spLocks noGrp="1"/>
          </p:cNvSpPr>
          <p:nvPr>
            <p:ph type="body" sz="quarter" idx="20" hasCustomPrompt="1"/>
          </p:nvPr>
        </p:nvSpPr>
        <p:spPr>
          <a:xfrm>
            <a:off x="3593288" y="4437649"/>
            <a:ext cx="2294419" cy="998220"/>
          </a:xfrm>
          <a:prstGeom prst="rect">
            <a:avLst/>
          </a:prstGeom>
        </p:spPr>
        <p:txBody>
          <a:bodyPr anchor="b"/>
          <a:lstStyle>
            <a:lvl1pPr marL="0" indent="0">
              <a:buNone/>
              <a:defRPr sz="8000" b="1" i="0">
                <a:solidFill>
                  <a:srgbClr val="0042ED"/>
                </a:solidFill>
                <a:latin typeface="Arial Narrow" panose="020B0604020202020204" pitchFamily="34" charset="0"/>
                <a:cs typeface="Graphik Medium" pitchFamily="2" charset="77"/>
              </a:defRPr>
            </a:lvl1pPr>
          </a:lstStyle>
          <a:p>
            <a:pPr lvl="0"/>
            <a:r>
              <a:rPr lang="es-ES"/>
              <a:t>4.3K</a:t>
            </a:r>
          </a:p>
        </p:txBody>
      </p:sp>
      <p:sp>
        <p:nvSpPr>
          <p:cNvPr id="33" name="Marcador de texto 2">
            <a:extLst>
              <a:ext uri="{FF2B5EF4-FFF2-40B4-BE49-F238E27FC236}">
                <a16:creationId xmlns:a16="http://schemas.microsoft.com/office/drawing/2014/main" id="{A4D4B387-2E8E-A517-0787-5736719FE1E0}"/>
              </a:ext>
            </a:extLst>
          </p:cNvPr>
          <p:cNvSpPr>
            <a:spLocks noGrp="1"/>
          </p:cNvSpPr>
          <p:nvPr>
            <p:ph type="body" sz="quarter" idx="21" hasCustomPrompt="1"/>
          </p:nvPr>
        </p:nvSpPr>
        <p:spPr>
          <a:xfrm>
            <a:off x="6488889" y="2822209"/>
            <a:ext cx="1067612" cy="398207"/>
          </a:xfrm>
          <a:prstGeom prst="rect">
            <a:avLst/>
          </a:prstGeom>
        </p:spPr>
        <p:txBody>
          <a:bodyPr/>
          <a:lstStyle>
            <a:lvl1pPr marL="0" indent="0">
              <a:buNone/>
              <a:defRPr sz="1400" b="1" i="0">
                <a:latin typeface="Arial Narrow" panose="020B0604020202020204" pitchFamily="34" charset="0"/>
                <a:cs typeface="Graphik Medium" pitchFamily="2" charset="77"/>
              </a:defRPr>
            </a:lvl1pPr>
          </a:lstStyle>
          <a:p>
            <a:pPr lvl="0"/>
            <a:r>
              <a:rPr lang="es-ES"/>
              <a:t>SUBTITLE</a:t>
            </a:r>
          </a:p>
        </p:txBody>
      </p:sp>
      <p:cxnSp>
        <p:nvCxnSpPr>
          <p:cNvPr id="34" name="Conector recto 33">
            <a:extLst>
              <a:ext uri="{FF2B5EF4-FFF2-40B4-BE49-F238E27FC236}">
                <a16:creationId xmlns:a16="http://schemas.microsoft.com/office/drawing/2014/main" id="{0FFECE41-B36B-E972-702A-7063853E3185}"/>
              </a:ext>
            </a:extLst>
          </p:cNvPr>
          <p:cNvCxnSpPr>
            <a:cxnSpLocks/>
          </p:cNvCxnSpPr>
          <p:nvPr userDrawn="1"/>
        </p:nvCxnSpPr>
        <p:spPr>
          <a:xfrm>
            <a:off x="6361748" y="2616469"/>
            <a:ext cx="0" cy="3009900"/>
          </a:xfrm>
          <a:prstGeom prst="line">
            <a:avLst/>
          </a:prstGeom>
          <a:ln w="12700"/>
        </p:spPr>
        <p:style>
          <a:lnRef idx="2">
            <a:schemeClr val="dk1"/>
          </a:lnRef>
          <a:fillRef idx="0">
            <a:schemeClr val="dk1"/>
          </a:fillRef>
          <a:effectRef idx="1">
            <a:schemeClr val="dk1"/>
          </a:effectRef>
          <a:fontRef idx="minor">
            <a:schemeClr val="tx1"/>
          </a:fontRef>
        </p:style>
      </p:cxnSp>
      <p:sp>
        <p:nvSpPr>
          <p:cNvPr id="35" name="Marcador de texto 2">
            <a:extLst>
              <a:ext uri="{FF2B5EF4-FFF2-40B4-BE49-F238E27FC236}">
                <a16:creationId xmlns:a16="http://schemas.microsoft.com/office/drawing/2014/main" id="{A2DF968C-0896-1259-BD23-DB3E355BFEBF}"/>
              </a:ext>
            </a:extLst>
          </p:cNvPr>
          <p:cNvSpPr>
            <a:spLocks noGrp="1"/>
          </p:cNvSpPr>
          <p:nvPr>
            <p:ph type="body" sz="quarter" idx="22" hasCustomPrompt="1"/>
          </p:nvPr>
        </p:nvSpPr>
        <p:spPr>
          <a:xfrm>
            <a:off x="6488888" y="4437649"/>
            <a:ext cx="2294419" cy="998220"/>
          </a:xfrm>
          <a:prstGeom prst="rect">
            <a:avLst/>
          </a:prstGeom>
        </p:spPr>
        <p:txBody>
          <a:bodyPr anchor="b"/>
          <a:lstStyle>
            <a:lvl1pPr marL="0" indent="0">
              <a:buNone/>
              <a:defRPr sz="8000" b="1" i="0">
                <a:solidFill>
                  <a:srgbClr val="0042ED"/>
                </a:solidFill>
                <a:latin typeface="Arial Narrow" panose="020B0604020202020204" pitchFamily="34" charset="0"/>
                <a:cs typeface="Graphik Medium" pitchFamily="2" charset="77"/>
              </a:defRPr>
            </a:lvl1pPr>
          </a:lstStyle>
          <a:p>
            <a:pPr lvl="0"/>
            <a:r>
              <a:rPr lang="es-ES"/>
              <a:t>4.3K</a:t>
            </a:r>
          </a:p>
        </p:txBody>
      </p:sp>
      <p:sp>
        <p:nvSpPr>
          <p:cNvPr id="36" name="Marcador de texto 2">
            <a:extLst>
              <a:ext uri="{FF2B5EF4-FFF2-40B4-BE49-F238E27FC236}">
                <a16:creationId xmlns:a16="http://schemas.microsoft.com/office/drawing/2014/main" id="{4CB3EFAC-6BB8-35AB-C422-57BA98EB53F6}"/>
              </a:ext>
            </a:extLst>
          </p:cNvPr>
          <p:cNvSpPr>
            <a:spLocks noGrp="1"/>
          </p:cNvSpPr>
          <p:nvPr>
            <p:ph type="body" sz="quarter" idx="23" hasCustomPrompt="1"/>
          </p:nvPr>
        </p:nvSpPr>
        <p:spPr>
          <a:xfrm>
            <a:off x="9392109" y="2822209"/>
            <a:ext cx="1067612" cy="398207"/>
          </a:xfrm>
          <a:prstGeom prst="rect">
            <a:avLst/>
          </a:prstGeom>
        </p:spPr>
        <p:txBody>
          <a:bodyPr/>
          <a:lstStyle>
            <a:lvl1pPr marL="0" indent="0">
              <a:buNone/>
              <a:defRPr sz="1400" b="1" i="0">
                <a:latin typeface="Arial Narrow" panose="020B0604020202020204" pitchFamily="34" charset="0"/>
                <a:cs typeface="Graphik Medium" pitchFamily="2" charset="77"/>
              </a:defRPr>
            </a:lvl1pPr>
          </a:lstStyle>
          <a:p>
            <a:pPr lvl="0"/>
            <a:r>
              <a:rPr lang="es-ES"/>
              <a:t>SUBTITLE</a:t>
            </a:r>
          </a:p>
        </p:txBody>
      </p:sp>
      <p:cxnSp>
        <p:nvCxnSpPr>
          <p:cNvPr id="37" name="Conector recto 36">
            <a:extLst>
              <a:ext uri="{FF2B5EF4-FFF2-40B4-BE49-F238E27FC236}">
                <a16:creationId xmlns:a16="http://schemas.microsoft.com/office/drawing/2014/main" id="{BA4D19C9-29F0-6280-0984-F4CB318866B4}"/>
              </a:ext>
            </a:extLst>
          </p:cNvPr>
          <p:cNvCxnSpPr>
            <a:cxnSpLocks/>
          </p:cNvCxnSpPr>
          <p:nvPr userDrawn="1"/>
        </p:nvCxnSpPr>
        <p:spPr>
          <a:xfrm>
            <a:off x="9264968" y="2616469"/>
            <a:ext cx="0" cy="3009900"/>
          </a:xfrm>
          <a:prstGeom prst="line">
            <a:avLst/>
          </a:prstGeom>
          <a:ln w="12700"/>
        </p:spPr>
        <p:style>
          <a:lnRef idx="2">
            <a:schemeClr val="dk1"/>
          </a:lnRef>
          <a:fillRef idx="0">
            <a:schemeClr val="dk1"/>
          </a:fillRef>
          <a:effectRef idx="1">
            <a:schemeClr val="dk1"/>
          </a:effectRef>
          <a:fontRef idx="minor">
            <a:schemeClr val="tx1"/>
          </a:fontRef>
        </p:style>
      </p:cxnSp>
      <p:sp>
        <p:nvSpPr>
          <p:cNvPr id="38" name="Marcador de texto 2">
            <a:extLst>
              <a:ext uri="{FF2B5EF4-FFF2-40B4-BE49-F238E27FC236}">
                <a16:creationId xmlns:a16="http://schemas.microsoft.com/office/drawing/2014/main" id="{CCD1A6B9-AFF5-886B-15F2-1A7612E1E670}"/>
              </a:ext>
            </a:extLst>
          </p:cNvPr>
          <p:cNvSpPr>
            <a:spLocks noGrp="1"/>
          </p:cNvSpPr>
          <p:nvPr>
            <p:ph type="body" sz="quarter" idx="24" hasCustomPrompt="1"/>
          </p:nvPr>
        </p:nvSpPr>
        <p:spPr>
          <a:xfrm>
            <a:off x="9392108" y="4437649"/>
            <a:ext cx="2294419" cy="998220"/>
          </a:xfrm>
          <a:prstGeom prst="rect">
            <a:avLst/>
          </a:prstGeom>
        </p:spPr>
        <p:txBody>
          <a:bodyPr anchor="b"/>
          <a:lstStyle>
            <a:lvl1pPr marL="0" indent="0">
              <a:buNone/>
              <a:defRPr sz="8000" b="1" i="0">
                <a:solidFill>
                  <a:srgbClr val="0042ED"/>
                </a:solidFill>
                <a:latin typeface="Arial Narrow" panose="020B0604020202020204" pitchFamily="34" charset="0"/>
                <a:cs typeface="Graphik Medium" pitchFamily="2" charset="77"/>
              </a:defRPr>
            </a:lvl1pPr>
          </a:lstStyle>
          <a:p>
            <a:pPr lvl="0"/>
            <a:r>
              <a:rPr lang="es-ES"/>
              <a:t>4.3K</a:t>
            </a:r>
          </a:p>
        </p:txBody>
      </p:sp>
      <p:sp>
        <p:nvSpPr>
          <p:cNvPr id="2" name="Marcador de texto 12">
            <a:extLst>
              <a:ext uri="{FF2B5EF4-FFF2-40B4-BE49-F238E27FC236}">
                <a16:creationId xmlns:a16="http://schemas.microsoft.com/office/drawing/2014/main" id="{AEC6B335-A8C8-1D32-6DB7-94A05825B69C}"/>
              </a:ext>
            </a:extLst>
          </p:cNvPr>
          <p:cNvSpPr>
            <a:spLocks noGrp="1"/>
          </p:cNvSpPr>
          <p:nvPr>
            <p:ph type="body" sz="quarter" idx="14" hasCustomPrompt="1"/>
          </p:nvPr>
        </p:nvSpPr>
        <p:spPr>
          <a:xfrm>
            <a:off x="555308" y="351213"/>
            <a:ext cx="3638550" cy="1179872"/>
          </a:xfrm>
          <a:prstGeom prst="rect">
            <a:avLst/>
          </a:prstGeom>
        </p:spPr>
        <p:txBody>
          <a:bodyPr/>
          <a:lstStyle>
            <a:lvl1pPr marL="0" indent="0">
              <a:buNone/>
              <a:defRPr sz="3200" b="1" i="0">
                <a:solidFill>
                  <a:srgbClr val="0042ED"/>
                </a:solidFill>
                <a:latin typeface="Arial Narrow" panose="020B0604020202020204" pitchFamily="34" charset="0"/>
              </a:defRPr>
            </a:lvl1pPr>
          </a:lstStyle>
          <a:p>
            <a:pPr lvl="0"/>
            <a:r>
              <a:rPr lang="es-ES"/>
              <a:t>TITLE ALWAYS IN CAPITAL LETTERS</a:t>
            </a:r>
          </a:p>
        </p:txBody>
      </p:sp>
      <p:sp>
        <p:nvSpPr>
          <p:cNvPr id="21" name="Marcador de texto 22">
            <a:extLst>
              <a:ext uri="{FF2B5EF4-FFF2-40B4-BE49-F238E27FC236}">
                <a16:creationId xmlns:a16="http://schemas.microsoft.com/office/drawing/2014/main" id="{3FEA985F-DE89-AD85-1608-3B9EF4249E41}"/>
              </a:ext>
            </a:extLst>
          </p:cNvPr>
          <p:cNvSpPr>
            <a:spLocks noGrp="1"/>
          </p:cNvSpPr>
          <p:nvPr>
            <p:ph type="body" sz="quarter" idx="27" hasCustomPrompt="1"/>
          </p:nvPr>
        </p:nvSpPr>
        <p:spPr>
          <a:xfrm>
            <a:off x="4333297" y="359314"/>
            <a:ext cx="7373148" cy="1171772"/>
          </a:xfrm>
          <a:prstGeom prst="rect">
            <a:avLst/>
          </a:prstGeom>
        </p:spPr>
        <p:txBody>
          <a:bodyPr/>
          <a:lstStyle>
            <a:lvl1pPr marL="0" indent="0">
              <a:buNone/>
              <a:defRPr sz="1400" b="0" i="0">
                <a:latin typeface="Arial" panose="020B0604020202020204" pitchFamily="34" charset="0"/>
                <a:cs typeface="Arial" panose="020B0604020202020204" pitchFamily="34" charset="0"/>
              </a:defRPr>
            </a:lvl1pPr>
          </a:lstStyle>
          <a:p>
            <a:pPr lvl="0"/>
            <a:r>
              <a:rPr lang="es-ES"/>
              <a:t>Dolor </a:t>
            </a:r>
            <a:r>
              <a:rPr lang="es-ES" err="1"/>
              <a:t>sit</a:t>
            </a:r>
            <a:r>
              <a:rPr lang="es-ES"/>
              <a:t> </a:t>
            </a:r>
            <a:r>
              <a:rPr lang="es-ES" err="1"/>
              <a:t>amet</a:t>
            </a:r>
            <a:r>
              <a:rPr lang="es-ES"/>
              <a:t> </a:t>
            </a:r>
            <a:r>
              <a:rPr lang="es-ES" err="1"/>
              <a:t>Lorem</a:t>
            </a:r>
            <a:r>
              <a:rPr lang="es-ES"/>
              <a:t> </a:t>
            </a:r>
            <a:r>
              <a:rPr lang="es-ES" err="1"/>
              <a:t>ipsum</a:t>
            </a:r>
            <a:endParaRPr lang="es-ES"/>
          </a:p>
        </p:txBody>
      </p:sp>
    </p:spTree>
    <p:extLst>
      <p:ext uri="{BB962C8B-B14F-4D97-AF65-F5344CB8AC3E}">
        <p14:creationId xmlns:p14="http://schemas.microsoft.com/office/powerpoint/2010/main" val="351065261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31_Figures">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18" name="Marcador de texto 2">
            <a:extLst>
              <a:ext uri="{FF2B5EF4-FFF2-40B4-BE49-F238E27FC236}">
                <a16:creationId xmlns:a16="http://schemas.microsoft.com/office/drawing/2014/main" id="{2F79BBD8-FD79-6894-3428-9F05665813F5}"/>
              </a:ext>
            </a:extLst>
          </p:cNvPr>
          <p:cNvSpPr>
            <a:spLocks noGrp="1"/>
          </p:cNvSpPr>
          <p:nvPr>
            <p:ph type="body" sz="quarter" idx="19" hasCustomPrompt="1"/>
          </p:nvPr>
        </p:nvSpPr>
        <p:spPr>
          <a:xfrm>
            <a:off x="4193858" y="2703137"/>
            <a:ext cx="1067612" cy="398207"/>
          </a:xfrm>
          <a:prstGeom prst="rect">
            <a:avLst/>
          </a:prstGeom>
        </p:spPr>
        <p:txBody>
          <a:bodyPr/>
          <a:lstStyle>
            <a:lvl1pPr marL="0" indent="0">
              <a:buNone/>
              <a:defRPr sz="1400" b="1" i="0">
                <a:latin typeface="Arial Narrow" panose="020B0604020202020204" pitchFamily="34" charset="0"/>
                <a:cs typeface="Graphik Medium" pitchFamily="2" charset="77"/>
              </a:defRPr>
            </a:lvl1pPr>
          </a:lstStyle>
          <a:p>
            <a:pPr lvl="0"/>
            <a:r>
              <a:rPr lang="es-ES"/>
              <a:t>SUBTITLE</a:t>
            </a:r>
          </a:p>
        </p:txBody>
      </p:sp>
      <p:cxnSp>
        <p:nvCxnSpPr>
          <p:cNvPr id="19" name="Conector recto 18">
            <a:extLst>
              <a:ext uri="{FF2B5EF4-FFF2-40B4-BE49-F238E27FC236}">
                <a16:creationId xmlns:a16="http://schemas.microsoft.com/office/drawing/2014/main" id="{71949490-10BA-63F0-3A1E-996004EB8021}"/>
              </a:ext>
            </a:extLst>
          </p:cNvPr>
          <p:cNvCxnSpPr>
            <a:cxnSpLocks/>
          </p:cNvCxnSpPr>
          <p:nvPr userDrawn="1"/>
        </p:nvCxnSpPr>
        <p:spPr>
          <a:xfrm flipH="1">
            <a:off x="4263848" y="2611697"/>
            <a:ext cx="7491272" cy="0"/>
          </a:xfrm>
          <a:prstGeom prst="line">
            <a:avLst/>
          </a:prstGeom>
          <a:ln w="12700"/>
        </p:spPr>
        <p:style>
          <a:lnRef idx="2">
            <a:schemeClr val="dk1"/>
          </a:lnRef>
          <a:fillRef idx="0">
            <a:schemeClr val="dk1"/>
          </a:fillRef>
          <a:effectRef idx="1">
            <a:schemeClr val="dk1"/>
          </a:effectRef>
          <a:fontRef idx="minor">
            <a:schemeClr val="tx1"/>
          </a:fontRef>
        </p:style>
      </p:cxnSp>
      <p:sp>
        <p:nvSpPr>
          <p:cNvPr id="20" name="Marcador de texto 2">
            <a:extLst>
              <a:ext uri="{FF2B5EF4-FFF2-40B4-BE49-F238E27FC236}">
                <a16:creationId xmlns:a16="http://schemas.microsoft.com/office/drawing/2014/main" id="{BCDB9CED-75DA-F231-9853-30EA5679F2FD}"/>
              </a:ext>
            </a:extLst>
          </p:cNvPr>
          <p:cNvSpPr>
            <a:spLocks noGrp="1"/>
          </p:cNvSpPr>
          <p:nvPr>
            <p:ph type="body" sz="quarter" idx="20" hasCustomPrompt="1"/>
          </p:nvPr>
        </p:nvSpPr>
        <p:spPr>
          <a:xfrm>
            <a:off x="4089400" y="3163578"/>
            <a:ext cx="7665720" cy="2520938"/>
          </a:xfrm>
          <a:prstGeom prst="rect">
            <a:avLst/>
          </a:prstGeom>
        </p:spPr>
        <p:txBody>
          <a:bodyPr anchor="b"/>
          <a:lstStyle>
            <a:lvl1pPr marL="0" indent="0">
              <a:buNone/>
              <a:defRPr sz="20000" b="1" i="0">
                <a:solidFill>
                  <a:srgbClr val="0042ED"/>
                </a:solidFill>
                <a:latin typeface="Arial Narrow" panose="020B0604020202020204" pitchFamily="34" charset="0"/>
                <a:cs typeface="Graphik Medium" pitchFamily="2" charset="77"/>
              </a:defRPr>
            </a:lvl1pPr>
          </a:lstStyle>
          <a:p>
            <a:pPr lvl="0"/>
            <a:r>
              <a:rPr lang="es-ES"/>
              <a:t>256K</a:t>
            </a:r>
          </a:p>
        </p:txBody>
      </p:sp>
      <p:sp>
        <p:nvSpPr>
          <p:cNvPr id="10" name="Marcador de texto 22">
            <a:extLst>
              <a:ext uri="{FF2B5EF4-FFF2-40B4-BE49-F238E27FC236}">
                <a16:creationId xmlns:a16="http://schemas.microsoft.com/office/drawing/2014/main" id="{3FEA985F-DE89-AD85-1608-3B9EF4249E41}"/>
              </a:ext>
            </a:extLst>
          </p:cNvPr>
          <p:cNvSpPr>
            <a:spLocks noGrp="1"/>
          </p:cNvSpPr>
          <p:nvPr>
            <p:ph type="body" sz="quarter" idx="27" hasCustomPrompt="1"/>
          </p:nvPr>
        </p:nvSpPr>
        <p:spPr>
          <a:xfrm>
            <a:off x="555307" y="1286188"/>
            <a:ext cx="11259536" cy="1050612"/>
          </a:xfrm>
          <a:prstGeom prst="rect">
            <a:avLst/>
          </a:prstGeom>
        </p:spPr>
        <p:txBody>
          <a:bodyPr/>
          <a:lstStyle>
            <a:lvl1pPr marL="0" indent="0">
              <a:buNone/>
              <a:defRPr sz="1400" b="0" i="0">
                <a:latin typeface="Arial" panose="020B0604020202020204" pitchFamily="34" charset="0"/>
                <a:cs typeface="Arial" panose="020B0604020202020204" pitchFamily="34" charset="0"/>
              </a:defRPr>
            </a:lvl1pPr>
          </a:lstStyle>
          <a:p>
            <a:pPr lvl="0"/>
            <a:r>
              <a:rPr lang="es-ES"/>
              <a:t>Dolor </a:t>
            </a:r>
            <a:r>
              <a:rPr lang="es-ES" err="1"/>
              <a:t>sit</a:t>
            </a:r>
            <a:r>
              <a:rPr lang="es-ES"/>
              <a:t> </a:t>
            </a:r>
            <a:r>
              <a:rPr lang="es-ES" err="1"/>
              <a:t>amet</a:t>
            </a:r>
            <a:r>
              <a:rPr lang="es-ES"/>
              <a:t> </a:t>
            </a:r>
            <a:r>
              <a:rPr lang="es-ES" err="1"/>
              <a:t>Lorem</a:t>
            </a:r>
            <a:r>
              <a:rPr lang="es-ES"/>
              <a:t> </a:t>
            </a:r>
            <a:r>
              <a:rPr lang="es-ES" err="1"/>
              <a:t>ipsum</a:t>
            </a:r>
            <a:endParaRPr lang="es-ES"/>
          </a:p>
        </p:txBody>
      </p:sp>
      <p:sp>
        <p:nvSpPr>
          <p:cNvPr id="11" name="Marcador de texto 22">
            <a:extLst>
              <a:ext uri="{FF2B5EF4-FFF2-40B4-BE49-F238E27FC236}">
                <a16:creationId xmlns:a16="http://schemas.microsoft.com/office/drawing/2014/main" id="{3FEA985F-DE89-AD85-1608-3B9EF4249E41}"/>
              </a:ext>
            </a:extLst>
          </p:cNvPr>
          <p:cNvSpPr>
            <a:spLocks noGrp="1"/>
          </p:cNvSpPr>
          <p:nvPr>
            <p:ph type="body" sz="quarter" idx="28" hasCustomPrompt="1"/>
          </p:nvPr>
        </p:nvSpPr>
        <p:spPr>
          <a:xfrm>
            <a:off x="555307" y="2586018"/>
            <a:ext cx="3194657" cy="3098497"/>
          </a:xfrm>
          <a:prstGeom prst="rect">
            <a:avLst/>
          </a:prstGeom>
        </p:spPr>
        <p:txBody>
          <a:bodyPr/>
          <a:lstStyle>
            <a:lvl1pPr marL="0" indent="0">
              <a:buNone/>
              <a:defRPr sz="1400" b="0" i="0">
                <a:latin typeface="Arial" panose="020B0604020202020204" pitchFamily="34" charset="0"/>
                <a:cs typeface="Arial" panose="020B0604020202020204" pitchFamily="34" charset="0"/>
              </a:defRPr>
            </a:lvl1pPr>
          </a:lstStyle>
          <a:p>
            <a:pPr lvl="0"/>
            <a:r>
              <a:rPr lang="es-ES"/>
              <a:t>Dolor </a:t>
            </a:r>
            <a:r>
              <a:rPr lang="es-ES" err="1"/>
              <a:t>sit</a:t>
            </a:r>
            <a:r>
              <a:rPr lang="es-ES"/>
              <a:t> </a:t>
            </a:r>
            <a:r>
              <a:rPr lang="es-ES" err="1"/>
              <a:t>amet</a:t>
            </a:r>
            <a:r>
              <a:rPr lang="es-ES"/>
              <a:t> </a:t>
            </a:r>
            <a:r>
              <a:rPr lang="es-ES" err="1"/>
              <a:t>Lorem</a:t>
            </a:r>
            <a:r>
              <a:rPr lang="es-ES"/>
              <a:t> </a:t>
            </a:r>
            <a:r>
              <a:rPr lang="es-ES" err="1"/>
              <a:t>ipsum</a:t>
            </a:r>
            <a:endParaRPr lang="es-ES"/>
          </a:p>
        </p:txBody>
      </p:sp>
      <p:sp>
        <p:nvSpPr>
          <p:cNvPr id="12"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7" y="339982"/>
            <a:ext cx="8050169" cy="678452"/>
          </a:xfrm>
          <a:prstGeom prst="rect">
            <a:avLst/>
          </a:prstGeom>
        </p:spPr>
        <p:txBody>
          <a:bodyPr/>
          <a:lstStyle>
            <a:lvl1pPr marL="0" indent="0">
              <a:buNone/>
              <a:defRPr sz="3200" b="1" i="0">
                <a:solidFill>
                  <a:srgbClr val="0042ED"/>
                </a:solidFill>
                <a:latin typeface="Arial Narrow" panose="020B0604020202020204" pitchFamily="34" charset="0"/>
              </a:defRPr>
            </a:lvl1pPr>
          </a:lstStyle>
          <a:p>
            <a:pPr lvl="0"/>
            <a:r>
              <a:rPr lang="es-ES"/>
              <a:t>TITLE ALWAYS IN CAPITAL LETTERS</a:t>
            </a:r>
          </a:p>
        </p:txBody>
      </p:sp>
    </p:spTree>
    <p:extLst>
      <p:ext uri="{BB962C8B-B14F-4D97-AF65-F5344CB8AC3E}">
        <p14:creationId xmlns:p14="http://schemas.microsoft.com/office/powerpoint/2010/main" val="9357188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40_Big Text White">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17" name="Marcador de texto 16">
            <a:extLst>
              <a:ext uri="{FF2B5EF4-FFF2-40B4-BE49-F238E27FC236}">
                <a16:creationId xmlns:a16="http://schemas.microsoft.com/office/drawing/2014/main" id="{7213C399-11D2-A211-97A8-23AE85C08659}"/>
              </a:ext>
            </a:extLst>
          </p:cNvPr>
          <p:cNvSpPr>
            <a:spLocks noGrp="1"/>
          </p:cNvSpPr>
          <p:nvPr>
            <p:ph type="body" sz="quarter" idx="16" hasCustomPrompt="1"/>
          </p:nvPr>
        </p:nvSpPr>
        <p:spPr>
          <a:xfrm>
            <a:off x="6718734" y="2587043"/>
            <a:ext cx="4365825" cy="1874518"/>
          </a:xfrm>
          <a:prstGeom prst="rect">
            <a:avLst/>
          </a:prstGeom>
        </p:spPr>
        <p:txBody>
          <a:bodyPr/>
          <a:lstStyle>
            <a:lvl1pPr marL="0" indent="0">
              <a:buNone/>
              <a:defRPr sz="1400" b="0" i="0">
                <a:latin typeface="Arial" panose="020B0604020202020204" pitchFamily="34" charset="0"/>
                <a:cs typeface="Arial" panose="020B0604020202020204" pitchFamily="34" charset="0"/>
              </a:defRPr>
            </a:lvl1pPr>
          </a:lstStyle>
          <a:p>
            <a:r>
              <a:rPr lang="es-ES" sz="1400" err="1">
                <a:latin typeface="Graphik" panose="020B0503030202060203" pitchFamily="34" charset="77"/>
              </a:rPr>
              <a:t>Lorem</a:t>
            </a:r>
            <a:r>
              <a:rPr lang="es-ES" sz="1400">
                <a:latin typeface="Graphik" panose="020B0503030202060203" pitchFamily="34" charset="77"/>
              </a:rPr>
              <a:t> </a:t>
            </a:r>
            <a:r>
              <a:rPr lang="es-ES" sz="1400" err="1">
                <a:latin typeface="Graphik" panose="020B0503030202060203" pitchFamily="34" charset="77"/>
              </a:rPr>
              <a:t>ipsum</a:t>
            </a:r>
            <a:r>
              <a:rPr lang="es-ES" sz="1400">
                <a:latin typeface="Graphik" panose="020B0503030202060203" pitchFamily="34" charset="77"/>
              </a:rPr>
              <a:t> dolor </a:t>
            </a:r>
            <a:r>
              <a:rPr lang="es-ES" sz="1400" err="1">
                <a:latin typeface="Graphik" panose="020B0503030202060203" pitchFamily="34" charset="77"/>
              </a:rPr>
              <a:t>sit</a:t>
            </a:r>
            <a:r>
              <a:rPr lang="es-ES" sz="1400">
                <a:latin typeface="Graphik" panose="020B0503030202060203" pitchFamily="34" charset="77"/>
              </a:rPr>
              <a:t> </a:t>
            </a:r>
            <a:r>
              <a:rPr lang="es-ES" sz="1400" err="1">
                <a:latin typeface="Graphik" panose="020B0503030202060203" pitchFamily="34" charset="77"/>
              </a:rPr>
              <a:t>amet</a:t>
            </a:r>
            <a:r>
              <a:rPr lang="es-ES" sz="1400">
                <a:latin typeface="Graphik" panose="020B0503030202060203" pitchFamily="34" charset="77"/>
              </a:rPr>
              <a:t>, </a:t>
            </a:r>
            <a:r>
              <a:rPr lang="es-ES" sz="1400" err="1">
                <a:latin typeface="Graphik" panose="020B0503030202060203" pitchFamily="34" charset="77"/>
              </a:rPr>
              <a:t>consectetuer</a:t>
            </a:r>
            <a:r>
              <a:rPr lang="es-ES" sz="1400">
                <a:latin typeface="Graphik" panose="020B0503030202060203" pitchFamily="34" charset="77"/>
              </a:rPr>
              <a:t> </a:t>
            </a:r>
            <a:r>
              <a:rPr lang="es-ES" sz="1400" err="1">
                <a:latin typeface="Graphik" panose="020B0503030202060203" pitchFamily="34" charset="77"/>
              </a:rPr>
              <a:t>adipiscing</a:t>
            </a:r>
            <a:r>
              <a:rPr lang="es-ES" sz="1400">
                <a:latin typeface="Graphik" panose="020B0503030202060203" pitchFamily="34" charset="77"/>
              </a:rPr>
              <a:t> </a:t>
            </a:r>
            <a:r>
              <a:rPr lang="es-ES" sz="1400" err="1">
                <a:latin typeface="Graphik" panose="020B0503030202060203" pitchFamily="34" charset="77"/>
              </a:rPr>
              <a:t>elit</a:t>
            </a:r>
            <a:r>
              <a:rPr lang="es-ES" sz="1400">
                <a:latin typeface="Graphik" panose="020B0503030202060203" pitchFamily="34" charset="77"/>
              </a:rPr>
              <a:t>, sed </a:t>
            </a:r>
            <a:r>
              <a:rPr lang="es-ES" sz="1400" err="1">
                <a:latin typeface="Graphik" panose="020B0503030202060203" pitchFamily="34" charset="77"/>
              </a:rPr>
              <a:t>diam</a:t>
            </a:r>
            <a:r>
              <a:rPr lang="es-ES" sz="1400">
                <a:latin typeface="Graphik" panose="020B0503030202060203" pitchFamily="34" charset="77"/>
              </a:rPr>
              <a:t> </a:t>
            </a:r>
            <a:r>
              <a:rPr lang="es-ES" sz="1400" err="1">
                <a:latin typeface="Graphik" panose="020B0503030202060203" pitchFamily="34" charset="77"/>
              </a:rPr>
              <a:t>nonummy</a:t>
            </a:r>
            <a:r>
              <a:rPr lang="es-ES" sz="1400">
                <a:latin typeface="Graphik" panose="020B0503030202060203" pitchFamily="34" charset="77"/>
              </a:rPr>
              <a:t> </a:t>
            </a:r>
            <a:r>
              <a:rPr lang="es-ES" sz="1400" err="1">
                <a:latin typeface="Graphik" panose="020B0503030202060203" pitchFamily="34" charset="77"/>
              </a:rPr>
              <a:t>nibh</a:t>
            </a:r>
            <a:r>
              <a:rPr lang="es-ES" sz="1400">
                <a:latin typeface="Graphik" panose="020B0503030202060203" pitchFamily="34" charset="77"/>
              </a:rPr>
              <a:t> </a:t>
            </a:r>
            <a:r>
              <a:rPr lang="es-ES" sz="1400" err="1">
                <a:latin typeface="Graphik" panose="020B0503030202060203" pitchFamily="34" charset="77"/>
              </a:rPr>
              <a:t>euismod</a:t>
            </a:r>
            <a:r>
              <a:rPr lang="es-ES" sz="1400">
                <a:latin typeface="Graphik" panose="020B0503030202060203" pitchFamily="34" charset="77"/>
              </a:rPr>
              <a:t> </a:t>
            </a:r>
            <a:r>
              <a:rPr lang="es-ES" sz="1400" err="1">
                <a:latin typeface="Graphik" panose="020B0503030202060203" pitchFamily="34" charset="77"/>
              </a:rPr>
              <a:t>tincidunt</a:t>
            </a:r>
            <a:r>
              <a:rPr lang="es-ES" sz="1400">
                <a:latin typeface="Graphik" panose="020B0503030202060203" pitchFamily="34" charset="77"/>
              </a:rPr>
              <a:t> ut </a:t>
            </a:r>
            <a:r>
              <a:rPr lang="es-ES" sz="1400" err="1">
                <a:latin typeface="Graphik" panose="020B0503030202060203" pitchFamily="34" charset="77"/>
              </a:rPr>
              <a:t>aliquam</a:t>
            </a:r>
            <a:r>
              <a:rPr lang="es-ES" sz="1400">
                <a:latin typeface="Graphik" panose="020B0503030202060203" pitchFamily="34" charset="77"/>
              </a:rPr>
              <a:t> </a:t>
            </a:r>
            <a:r>
              <a:rPr lang="es-ES" sz="1400" err="1">
                <a:latin typeface="Graphik" panose="020B0503030202060203" pitchFamily="34" charset="77"/>
              </a:rPr>
              <a:t>volutpat</a:t>
            </a:r>
            <a:r>
              <a:rPr lang="es-ES" sz="1400">
                <a:latin typeface="Graphik" panose="020B0503030202060203" pitchFamily="34" charset="77"/>
              </a:rPr>
              <a:t> </a:t>
            </a:r>
            <a:r>
              <a:rPr lang="es-ES" sz="1400" err="1">
                <a:latin typeface="Graphik" panose="020B0503030202060203" pitchFamily="34" charset="77"/>
              </a:rPr>
              <a:t>laoreet</a:t>
            </a:r>
            <a:r>
              <a:rPr lang="es-ES" sz="1400">
                <a:latin typeface="Graphik" panose="020B0503030202060203" pitchFamily="34" charset="77"/>
              </a:rPr>
              <a:t> </a:t>
            </a:r>
            <a:r>
              <a:rPr lang="es-ES" sz="1400" err="1">
                <a:latin typeface="Graphik" panose="020B0503030202060203" pitchFamily="34" charset="77"/>
              </a:rPr>
              <a:t>dolore</a:t>
            </a:r>
            <a:r>
              <a:rPr lang="es-ES" sz="1400">
                <a:latin typeface="Graphik" panose="020B0503030202060203" pitchFamily="34" charset="77"/>
              </a:rPr>
              <a:t> magna </a:t>
            </a:r>
            <a:r>
              <a:rPr lang="es-ES" sz="1400" err="1">
                <a:latin typeface="Graphik" panose="020B0503030202060203" pitchFamily="34" charset="77"/>
              </a:rPr>
              <a:t>aliquam</a:t>
            </a:r>
            <a:r>
              <a:rPr lang="es-ES" sz="1400">
                <a:latin typeface="Graphik" panose="020B0503030202060203" pitchFamily="34" charset="77"/>
              </a:rPr>
              <a:t> </a:t>
            </a:r>
            <a:r>
              <a:rPr lang="es-ES" sz="1400" err="1">
                <a:latin typeface="Graphik" panose="020B0503030202060203" pitchFamily="34" charset="77"/>
              </a:rPr>
              <a:t>volutpat</a:t>
            </a:r>
            <a:r>
              <a:rPr lang="es-ES" sz="1400">
                <a:latin typeface="Graphik" panose="020B0503030202060203" pitchFamily="34" charset="77"/>
              </a:rPr>
              <a:t>.</a:t>
            </a:r>
            <a:endParaRPr lang="es-ES"/>
          </a:p>
        </p:txBody>
      </p:sp>
      <p:sp>
        <p:nvSpPr>
          <p:cNvPr id="20" name="Marcador de texto 2">
            <a:extLst>
              <a:ext uri="{FF2B5EF4-FFF2-40B4-BE49-F238E27FC236}">
                <a16:creationId xmlns:a16="http://schemas.microsoft.com/office/drawing/2014/main" id="{BCDB9CED-75DA-F231-9853-30EA5679F2FD}"/>
              </a:ext>
            </a:extLst>
          </p:cNvPr>
          <p:cNvSpPr>
            <a:spLocks noGrp="1"/>
          </p:cNvSpPr>
          <p:nvPr>
            <p:ph type="body" sz="quarter" idx="20" hasCustomPrompt="1"/>
          </p:nvPr>
        </p:nvSpPr>
        <p:spPr>
          <a:xfrm>
            <a:off x="555308" y="354385"/>
            <a:ext cx="5934944" cy="4107176"/>
          </a:xfrm>
          <a:prstGeom prst="rect">
            <a:avLst/>
          </a:prstGeom>
        </p:spPr>
        <p:txBody>
          <a:bodyPr anchor="b"/>
          <a:lstStyle>
            <a:lvl1pPr marL="0" indent="0">
              <a:lnSpc>
                <a:spcPts val="14000"/>
              </a:lnSpc>
              <a:buNone/>
              <a:defRPr sz="15000" b="1" i="0">
                <a:solidFill>
                  <a:srgbClr val="0042ED"/>
                </a:solidFill>
                <a:latin typeface="Arial Narrow" panose="020B0604020202020204" pitchFamily="34" charset="0"/>
                <a:cs typeface="Graphik Medium" pitchFamily="2" charset="77"/>
              </a:defRPr>
            </a:lvl1pPr>
          </a:lstStyle>
          <a:p>
            <a:pPr lvl="0"/>
            <a:r>
              <a:rPr lang="es-ES"/>
              <a:t>T700</a:t>
            </a:r>
          </a:p>
          <a:p>
            <a:pPr lvl="0"/>
            <a:r>
              <a:rPr lang="es-ES"/>
              <a:t>SERIES</a:t>
            </a:r>
          </a:p>
        </p:txBody>
      </p:sp>
      <p:sp>
        <p:nvSpPr>
          <p:cNvPr id="4" name="Marcador de texto 3">
            <a:extLst>
              <a:ext uri="{FF2B5EF4-FFF2-40B4-BE49-F238E27FC236}">
                <a16:creationId xmlns:a16="http://schemas.microsoft.com/office/drawing/2014/main" id="{B1CFDFA5-58D4-E7C8-D9C9-CE019EFEBC87}"/>
              </a:ext>
            </a:extLst>
          </p:cNvPr>
          <p:cNvSpPr>
            <a:spLocks noGrp="1"/>
          </p:cNvSpPr>
          <p:nvPr>
            <p:ph type="body" sz="quarter" idx="21" hasCustomPrompt="1"/>
          </p:nvPr>
        </p:nvSpPr>
        <p:spPr>
          <a:xfrm>
            <a:off x="555308" y="5200705"/>
            <a:ext cx="990600" cy="251460"/>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lvl="0"/>
            <a:r>
              <a:rPr lang="es-ES"/>
              <a:t>Lore </a:t>
            </a:r>
            <a:r>
              <a:rPr lang="es-ES" err="1"/>
              <a:t>ipsum</a:t>
            </a:r>
            <a:endParaRPr lang="es-ES"/>
          </a:p>
        </p:txBody>
      </p:sp>
      <p:sp>
        <p:nvSpPr>
          <p:cNvPr id="5" name="Marcador de texto 3">
            <a:extLst>
              <a:ext uri="{FF2B5EF4-FFF2-40B4-BE49-F238E27FC236}">
                <a16:creationId xmlns:a16="http://schemas.microsoft.com/office/drawing/2014/main" id="{930C8DA4-5604-769A-CAE7-7D37FD399CC8}"/>
              </a:ext>
            </a:extLst>
          </p:cNvPr>
          <p:cNvSpPr>
            <a:spLocks noGrp="1"/>
          </p:cNvSpPr>
          <p:nvPr>
            <p:ph type="body" sz="quarter" idx="22" hasCustomPrompt="1"/>
          </p:nvPr>
        </p:nvSpPr>
        <p:spPr>
          <a:xfrm>
            <a:off x="3877628" y="5200705"/>
            <a:ext cx="2444432" cy="769620"/>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lvl="0"/>
            <a:r>
              <a:rPr lang="es-ES" sz="1200" err="1">
                <a:latin typeface="Graphik" panose="020B0503030202060203" pitchFamily="34" charset="77"/>
              </a:rPr>
              <a:t>Lorem</a:t>
            </a:r>
            <a:r>
              <a:rPr lang="es-ES" sz="1200">
                <a:latin typeface="Graphik" panose="020B0503030202060203" pitchFamily="34" charset="77"/>
              </a:rPr>
              <a:t> </a:t>
            </a:r>
            <a:r>
              <a:rPr lang="es-ES" sz="1200" err="1">
                <a:latin typeface="Graphik" panose="020B0503030202060203" pitchFamily="34" charset="77"/>
              </a:rPr>
              <a:t>ipsum</a:t>
            </a:r>
            <a:r>
              <a:rPr lang="es-ES" sz="1200">
                <a:latin typeface="Graphik" panose="020B0503030202060203" pitchFamily="34" charset="77"/>
              </a:rPr>
              <a:t> dolor </a:t>
            </a:r>
            <a:r>
              <a:rPr lang="es-ES" sz="1200" err="1">
                <a:latin typeface="Graphik" panose="020B0503030202060203" pitchFamily="34" charset="77"/>
              </a:rPr>
              <a:t>sit</a:t>
            </a:r>
            <a:r>
              <a:rPr lang="es-ES" sz="1200">
                <a:latin typeface="Graphik" panose="020B0503030202060203" pitchFamily="34" charset="77"/>
              </a:rPr>
              <a:t> </a:t>
            </a:r>
            <a:r>
              <a:rPr lang="es-ES" sz="1200" err="1">
                <a:latin typeface="Graphik" panose="020B0503030202060203" pitchFamily="34" charset="77"/>
              </a:rPr>
              <a:t>amet</a:t>
            </a:r>
            <a:r>
              <a:rPr lang="es-ES" sz="1200">
                <a:latin typeface="Graphik" panose="020B0503030202060203" pitchFamily="34" charset="77"/>
              </a:rPr>
              <a:t>, </a:t>
            </a:r>
            <a:r>
              <a:rPr lang="es-ES" sz="1200" err="1">
                <a:latin typeface="Graphik" panose="020B0503030202060203" pitchFamily="34" charset="77"/>
              </a:rPr>
              <a:t>consectetuer</a:t>
            </a:r>
            <a:r>
              <a:rPr lang="es-ES" sz="1200">
                <a:latin typeface="Graphik" panose="020B0503030202060203" pitchFamily="34" charset="77"/>
              </a:rPr>
              <a:t> </a:t>
            </a:r>
            <a:r>
              <a:rPr lang="es-ES" sz="1200" err="1">
                <a:latin typeface="Graphik" panose="020B0503030202060203" pitchFamily="34" charset="77"/>
              </a:rPr>
              <a:t>adipiscing</a:t>
            </a:r>
            <a:r>
              <a:rPr lang="es-ES" sz="1200">
                <a:latin typeface="Graphik" panose="020B0503030202060203" pitchFamily="34" charset="77"/>
              </a:rPr>
              <a:t> </a:t>
            </a:r>
            <a:r>
              <a:rPr lang="es-ES" sz="1200" err="1">
                <a:latin typeface="Graphik" panose="020B0503030202060203" pitchFamily="34" charset="77"/>
              </a:rPr>
              <a:t>elit</a:t>
            </a:r>
            <a:r>
              <a:rPr lang="es-ES" sz="1200">
                <a:latin typeface="Graphik" panose="020B0503030202060203" pitchFamily="34" charset="77"/>
              </a:rPr>
              <a:t>, sed </a:t>
            </a:r>
            <a:r>
              <a:rPr lang="es-ES" sz="1200" err="1">
                <a:latin typeface="Graphik" panose="020B0503030202060203" pitchFamily="34" charset="77"/>
              </a:rPr>
              <a:t>diam</a:t>
            </a:r>
            <a:r>
              <a:rPr lang="es-ES" sz="1200">
                <a:latin typeface="Graphik" panose="020B0503030202060203" pitchFamily="34" charset="77"/>
              </a:rPr>
              <a:t> </a:t>
            </a:r>
            <a:r>
              <a:rPr lang="es-ES" sz="1200" err="1">
                <a:latin typeface="Graphik" panose="020B0503030202060203" pitchFamily="34" charset="77"/>
              </a:rPr>
              <a:t>nonummy</a:t>
            </a:r>
            <a:endParaRPr lang="es-ES"/>
          </a:p>
        </p:txBody>
      </p:sp>
    </p:spTree>
    <p:extLst>
      <p:ext uri="{BB962C8B-B14F-4D97-AF65-F5344CB8AC3E}">
        <p14:creationId xmlns:p14="http://schemas.microsoft.com/office/powerpoint/2010/main" val="417394493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41_Big Text White">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7309B4FE-BB65-C47F-19E4-9B799373EDBA}"/>
              </a:ext>
            </a:extLst>
          </p:cNvPr>
          <p:cNvSpPr>
            <a:spLocks noGrp="1"/>
          </p:cNvSpPr>
          <p:nvPr>
            <p:ph type="pic" sz="quarter" idx="21" hasCustomPrompt="1"/>
          </p:nvPr>
        </p:nvSpPr>
        <p:spPr>
          <a:xfrm>
            <a:off x="7101840" y="1"/>
            <a:ext cx="5090160" cy="6858000"/>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17" name="Marcador de texto 16">
            <a:extLst>
              <a:ext uri="{FF2B5EF4-FFF2-40B4-BE49-F238E27FC236}">
                <a16:creationId xmlns:a16="http://schemas.microsoft.com/office/drawing/2014/main" id="{7213C399-11D2-A211-97A8-23AE85C08659}"/>
              </a:ext>
            </a:extLst>
          </p:cNvPr>
          <p:cNvSpPr>
            <a:spLocks noGrp="1"/>
          </p:cNvSpPr>
          <p:nvPr>
            <p:ph type="body" sz="quarter" idx="16" hasCustomPrompt="1"/>
          </p:nvPr>
        </p:nvSpPr>
        <p:spPr>
          <a:xfrm>
            <a:off x="552577" y="4511258"/>
            <a:ext cx="4250564" cy="1296674"/>
          </a:xfrm>
          <a:prstGeom prst="rect">
            <a:avLst/>
          </a:prstGeom>
        </p:spPr>
        <p:txBody>
          <a:bodyPr/>
          <a:lstStyle>
            <a:lvl1pPr marL="0" indent="0">
              <a:buNone/>
              <a:defRPr sz="1400" b="0" i="0">
                <a:latin typeface="Arial" panose="020B0604020202020204" pitchFamily="34" charset="0"/>
                <a:cs typeface="Arial" panose="020B0604020202020204" pitchFamily="34" charset="0"/>
              </a:defRPr>
            </a:lvl1pPr>
          </a:lstStyle>
          <a:p>
            <a:r>
              <a:rPr lang="es-ES" sz="1400" err="1">
                <a:latin typeface="Graphik" panose="020B0503030202060203" pitchFamily="34" charset="77"/>
              </a:rPr>
              <a:t>Lorem</a:t>
            </a:r>
            <a:r>
              <a:rPr lang="es-ES" sz="1400">
                <a:latin typeface="Graphik" panose="020B0503030202060203" pitchFamily="34" charset="77"/>
              </a:rPr>
              <a:t> </a:t>
            </a:r>
            <a:r>
              <a:rPr lang="es-ES" sz="1400" err="1">
                <a:latin typeface="Graphik" panose="020B0503030202060203" pitchFamily="34" charset="77"/>
              </a:rPr>
              <a:t>ipsum</a:t>
            </a:r>
            <a:r>
              <a:rPr lang="es-ES" sz="1400">
                <a:latin typeface="Graphik" panose="020B0503030202060203" pitchFamily="34" charset="77"/>
              </a:rPr>
              <a:t> dolor </a:t>
            </a:r>
            <a:r>
              <a:rPr lang="es-ES" sz="1400" err="1">
                <a:latin typeface="Graphik" panose="020B0503030202060203" pitchFamily="34" charset="77"/>
              </a:rPr>
              <a:t>sit</a:t>
            </a:r>
            <a:r>
              <a:rPr lang="es-ES" sz="1400">
                <a:latin typeface="Graphik" panose="020B0503030202060203" pitchFamily="34" charset="77"/>
              </a:rPr>
              <a:t> </a:t>
            </a:r>
            <a:r>
              <a:rPr lang="es-ES" sz="1400" err="1">
                <a:latin typeface="Graphik" panose="020B0503030202060203" pitchFamily="34" charset="77"/>
              </a:rPr>
              <a:t>amet</a:t>
            </a:r>
            <a:r>
              <a:rPr lang="es-ES" sz="1400">
                <a:latin typeface="Graphik" panose="020B0503030202060203" pitchFamily="34" charset="77"/>
              </a:rPr>
              <a:t>, </a:t>
            </a:r>
            <a:r>
              <a:rPr lang="es-ES" sz="1400" err="1">
                <a:latin typeface="Graphik" panose="020B0503030202060203" pitchFamily="34" charset="77"/>
              </a:rPr>
              <a:t>consectetuer</a:t>
            </a:r>
            <a:r>
              <a:rPr lang="es-ES" sz="1400">
                <a:latin typeface="Graphik" panose="020B0503030202060203" pitchFamily="34" charset="77"/>
              </a:rPr>
              <a:t> </a:t>
            </a:r>
            <a:r>
              <a:rPr lang="es-ES" sz="1400" err="1">
                <a:latin typeface="Graphik" panose="020B0503030202060203" pitchFamily="34" charset="77"/>
              </a:rPr>
              <a:t>adipiscing</a:t>
            </a:r>
            <a:r>
              <a:rPr lang="es-ES" sz="1400">
                <a:latin typeface="Graphik" panose="020B0503030202060203" pitchFamily="34" charset="77"/>
              </a:rPr>
              <a:t> </a:t>
            </a:r>
            <a:r>
              <a:rPr lang="es-ES" sz="1400" err="1">
                <a:latin typeface="Graphik" panose="020B0503030202060203" pitchFamily="34" charset="77"/>
              </a:rPr>
              <a:t>elit</a:t>
            </a:r>
            <a:r>
              <a:rPr lang="es-ES" sz="1400">
                <a:latin typeface="Graphik" panose="020B0503030202060203" pitchFamily="34" charset="77"/>
              </a:rPr>
              <a:t>, sed </a:t>
            </a:r>
            <a:r>
              <a:rPr lang="es-ES" sz="1400" err="1">
                <a:latin typeface="Graphik" panose="020B0503030202060203" pitchFamily="34" charset="77"/>
              </a:rPr>
              <a:t>diam</a:t>
            </a:r>
            <a:r>
              <a:rPr lang="es-ES" sz="1400">
                <a:latin typeface="Graphik" panose="020B0503030202060203" pitchFamily="34" charset="77"/>
              </a:rPr>
              <a:t> </a:t>
            </a:r>
            <a:r>
              <a:rPr lang="es-ES" sz="1400" err="1">
                <a:latin typeface="Graphik" panose="020B0503030202060203" pitchFamily="34" charset="77"/>
              </a:rPr>
              <a:t>nonummy</a:t>
            </a:r>
            <a:r>
              <a:rPr lang="es-ES" sz="1400">
                <a:latin typeface="Graphik" panose="020B0503030202060203" pitchFamily="34" charset="77"/>
              </a:rPr>
              <a:t> </a:t>
            </a:r>
            <a:r>
              <a:rPr lang="es-ES" sz="1400" err="1">
                <a:latin typeface="Graphik" panose="020B0503030202060203" pitchFamily="34" charset="77"/>
              </a:rPr>
              <a:t>nibh</a:t>
            </a:r>
            <a:r>
              <a:rPr lang="es-ES" sz="1400">
                <a:latin typeface="Graphik" panose="020B0503030202060203" pitchFamily="34" charset="77"/>
              </a:rPr>
              <a:t> </a:t>
            </a:r>
            <a:r>
              <a:rPr lang="es-ES" sz="1400" err="1">
                <a:latin typeface="Graphik" panose="020B0503030202060203" pitchFamily="34" charset="77"/>
              </a:rPr>
              <a:t>euismod</a:t>
            </a:r>
            <a:r>
              <a:rPr lang="es-ES" sz="1400">
                <a:latin typeface="Graphik" panose="020B0503030202060203" pitchFamily="34" charset="77"/>
              </a:rPr>
              <a:t> </a:t>
            </a:r>
            <a:r>
              <a:rPr lang="es-ES" sz="1400" err="1">
                <a:latin typeface="Graphik" panose="020B0503030202060203" pitchFamily="34" charset="77"/>
              </a:rPr>
              <a:t>tincidunt</a:t>
            </a:r>
            <a:r>
              <a:rPr lang="es-ES" sz="1400">
                <a:latin typeface="Graphik" panose="020B0503030202060203" pitchFamily="34" charset="77"/>
              </a:rPr>
              <a:t> ut </a:t>
            </a:r>
            <a:r>
              <a:rPr lang="es-ES" sz="1400" err="1">
                <a:latin typeface="Graphik" panose="020B0503030202060203" pitchFamily="34" charset="77"/>
              </a:rPr>
              <a:t>aliquam</a:t>
            </a:r>
            <a:r>
              <a:rPr lang="es-ES" sz="1400">
                <a:latin typeface="Graphik" panose="020B0503030202060203" pitchFamily="34" charset="77"/>
              </a:rPr>
              <a:t> </a:t>
            </a:r>
            <a:r>
              <a:rPr lang="es-ES" sz="1400" err="1">
                <a:latin typeface="Graphik" panose="020B0503030202060203" pitchFamily="34" charset="77"/>
              </a:rPr>
              <a:t>volutpat</a:t>
            </a:r>
            <a:r>
              <a:rPr lang="es-ES" sz="1400">
                <a:latin typeface="Graphik" panose="020B0503030202060203" pitchFamily="34" charset="77"/>
              </a:rPr>
              <a:t> </a:t>
            </a:r>
            <a:r>
              <a:rPr lang="es-ES" sz="1400" err="1">
                <a:latin typeface="Graphik" panose="020B0503030202060203" pitchFamily="34" charset="77"/>
              </a:rPr>
              <a:t>laoreet</a:t>
            </a:r>
            <a:r>
              <a:rPr lang="es-ES" sz="1400">
                <a:latin typeface="Graphik" panose="020B0503030202060203" pitchFamily="34" charset="77"/>
              </a:rPr>
              <a:t> </a:t>
            </a:r>
            <a:r>
              <a:rPr lang="es-ES" sz="1400" err="1">
                <a:latin typeface="Graphik" panose="020B0503030202060203" pitchFamily="34" charset="77"/>
              </a:rPr>
              <a:t>dolore</a:t>
            </a:r>
            <a:r>
              <a:rPr lang="es-ES" sz="1400">
                <a:latin typeface="Graphik" panose="020B0503030202060203" pitchFamily="34" charset="77"/>
              </a:rPr>
              <a:t> magna </a:t>
            </a:r>
            <a:r>
              <a:rPr lang="es-ES" sz="1400" err="1">
                <a:latin typeface="Graphik" panose="020B0503030202060203" pitchFamily="34" charset="77"/>
              </a:rPr>
              <a:t>aliquam</a:t>
            </a:r>
            <a:r>
              <a:rPr lang="es-ES" sz="1400">
                <a:latin typeface="Graphik" panose="020B0503030202060203" pitchFamily="34" charset="77"/>
              </a:rPr>
              <a:t> </a:t>
            </a:r>
            <a:r>
              <a:rPr lang="es-ES" sz="1400" err="1">
                <a:latin typeface="Graphik" panose="020B0503030202060203" pitchFamily="34" charset="77"/>
              </a:rPr>
              <a:t>volutpat</a:t>
            </a:r>
            <a:r>
              <a:rPr lang="es-ES" sz="1400">
                <a:latin typeface="Graphik" panose="020B0503030202060203" pitchFamily="34" charset="77"/>
              </a:rPr>
              <a:t>.</a:t>
            </a:r>
            <a:endParaRPr lang="es-ES"/>
          </a:p>
        </p:txBody>
      </p:sp>
      <p:sp>
        <p:nvSpPr>
          <p:cNvPr id="2" name="Marcador de texto 2">
            <a:extLst>
              <a:ext uri="{FF2B5EF4-FFF2-40B4-BE49-F238E27FC236}">
                <a16:creationId xmlns:a16="http://schemas.microsoft.com/office/drawing/2014/main" id="{DC2F54FA-A764-338E-F3A4-D9D9C51FEA60}"/>
              </a:ext>
            </a:extLst>
          </p:cNvPr>
          <p:cNvSpPr>
            <a:spLocks noGrp="1"/>
          </p:cNvSpPr>
          <p:nvPr>
            <p:ph type="body" sz="quarter" idx="20" hasCustomPrompt="1"/>
          </p:nvPr>
        </p:nvSpPr>
        <p:spPr>
          <a:xfrm>
            <a:off x="555308" y="354385"/>
            <a:ext cx="5934944" cy="4107176"/>
          </a:xfrm>
          <a:prstGeom prst="rect">
            <a:avLst/>
          </a:prstGeom>
        </p:spPr>
        <p:txBody>
          <a:bodyPr anchor="b"/>
          <a:lstStyle>
            <a:lvl1pPr marL="0" indent="0">
              <a:lnSpc>
                <a:spcPts val="14000"/>
              </a:lnSpc>
              <a:buNone/>
              <a:defRPr sz="15000" b="1" i="0">
                <a:solidFill>
                  <a:srgbClr val="0042ED"/>
                </a:solidFill>
                <a:latin typeface="Arial Narrow" panose="020B0604020202020204" pitchFamily="34" charset="0"/>
                <a:cs typeface="Graphik Medium" pitchFamily="2" charset="77"/>
              </a:defRPr>
            </a:lvl1pPr>
          </a:lstStyle>
          <a:p>
            <a:pPr lvl="0"/>
            <a:r>
              <a:rPr lang="es-ES"/>
              <a:t>T700</a:t>
            </a:r>
          </a:p>
          <a:p>
            <a:pPr lvl="0"/>
            <a:r>
              <a:rPr lang="es-ES"/>
              <a:t>SERIES</a:t>
            </a:r>
          </a:p>
        </p:txBody>
      </p:sp>
    </p:spTree>
    <p:extLst>
      <p:ext uri="{BB962C8B-B14F-4D97-AF65-F5344CB8AC3E}">
        <p14:creationId xmlns:p14="http://schemas.microsoft.com/office/powerpoint/2010/main" val="278645785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42_Big Text White">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4" name="Marcador de texto 3">
            <a:extLst>
              <a:ext uri="{FF2B5EF4-FFF2-40B4-BE49-F238E27FC236}">
                <a16:creationId xmlns:a16="http://schemas.microsoft.com/office/drawing/2014/main" id="{598AC176-FABB-3EF3-6D09-981ADDBE2AE7}"/>
              </a:ext>
            </a:extLst>
          </p:cNvPr>
          <p:cNvSpPr>
            <a:spLocks noGrp="1"/>
          </p:cNvSpPr>
          <p:nvPr>
            <p:ph type="body" sz="quarter" idx="13" hasCustomPrompt="1"/>
          </p:nvPr>
        </p:nvSpPr>
        <p:spPr>
          <a:xfrm>
            <a:off x="577004" y="700121"/>
            <a:ext cx="10908262" cy="3641159"/>
          </a:xfrm>
          <a:prstGeom prst="rect">
            <a:avLst/>
          </a:prstGeom>
        </p:spPr>
        <p:txBody>
          <a:bodyPr/>
          <a:lstStyle>
            <a:lvl1pPr marL="0" indent="0">
              <a:buNone/>
              <a:defRPr sz="4000" b="0" i="0">
                <a:solidFill>
                  <a:srgbClr val="0042ED"/>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Featuring</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cutting-edge</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aerodynamics</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and </a:t>
            </a: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patented</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in 2023 (US </a:t>
            </a: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Patent</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No. 1234567),</a:t>
            </a:r>
            <a:b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b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this</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next-generation</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aircraft</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turbine </a:t>
            </a: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delivers</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15% </a:t>
            </a: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greater</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fuel </a:t>
            </a:r>
            <a:r>
              <a:rPr kumimoji="0" lang="es-ES" sz="32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efficiency</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and a 10% </a:t>
            </a: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reduction</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in </a:t>
            </a: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noise</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emissions</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setting</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 new standard </a:t>
            </a: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for</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sustainable</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aviation</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36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technology</a:t>
            </a:r>
            <a:r>
              <a:rPr kumimoji="0" lang="es-ES" sz="36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a:t>
            </a:r>
          </a:p>
        </p:txBody>
      </p:sp>
      <p:sp>
        <p:nvSpPr>
          <p:cNvPr id="3" name="Marcador de texto 2">
            <a:extLst>
              <a:ext uri="{FF2B5EF4-FFF2-40B4-BE49-F238E27FC236}">
                <a16:creationId xmlns:a16="http://schemas.microsoft.com/office/drawing/2014/main" id="{032325A8-588F-283B-CAF7-DB06B0AA3EC3}"/>
              </a:ext>
            </a:extLst>
          </p:cNvPr>
          <p:cNvSpPr>
            <a:spLocks noGrp="1"/>
          </p:cNvSpPr>
          <p:nvPr>
            <p:ph type="body" sz="quarter" idx="14" hasCustomPrompt="1"/>
          </p:nvPr>
        </p:nvSpPr>
        <p:spPr>
          <a:xfrm>
            <a:off x="573088" y="4816500"/>
            <a:ext cx="1828468" cy="508209"/>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lvl="0"/>
            <a:r>
              <a:rPr lang="es-ES"/>
              <a:t>Lore </a:t>
            </a:r>
            <a:r>
              <a:rPr lang="es-ES" err="1"/>
              <a:t>ipsum</a:t>
            </a:r>
            <a:r>
              <a:rPr lang="es-ES"/>
              <a:t> dolor</a:t>
            </a:r>
          </a:p>
        </p:txBody>
      </p:sp>
      <p:sp>
        <p:nvSpPr>
          <p:cNvPr id="5" name="Marcador de texto 2">
            <a:extLst>
              <a:ext uri="{FF2B5EF4-FFF2-40B4-BE49-F238E27FC236}">
                <a16:creationId xmlns:a16="http://schemas.microsoft.com/office/drawing/2014/main" id="{1B445507-287E-63DA-0A64-DDB24DC5A2B9}"/>
              </a:ext>
            </a:extLst>
          </p:cNvPr>
          <p:cNvSpPr>
            <a:spLocks noGrp="1"/>
          </p:cNvSpPr>
          <p:nvPr>
            <p:ph type="body" sz="quarter" idx="15" hasCustomPrompt="1"/>
          </p:nvPr>
        </p:nvSpPr>
        <p:spPr>
          <a:xfrm>
            <a:off x="3205755" y="4816500"/>
            <a:ext cx="3235237" cy="508209"/>
          </a:xfrm>
          <a:prstGeom prst="rect">
            <a:avLst/>
          </a:prstGeom>
        </p:spPr>
        <p:txBody>
          <a:bodyPr/>
          <a:lstStyle>
            <a:lvl1pPr marL="0" indent="0">
              <a:buNone/>
              <a:defRPr sz="1200" b="0" i="0">
                <a:latin typeface="Arial" panose="020B0604020202020204" pitchFamily="34" charset="0"/>
                <a:cs typeface="Arial" panose="020B0604020202020204" pitchFamily="34" charset="0"/>
              </a:defRPr>
            </a:lvl1pPr>
          </a:lstStyle>
          <a:p>
            <a:pPr>
              <a:defRPr/>
            </a:pPr>
            <a:r>
              <a:rPr kumimoji="0" lang="es-ES" sz="1200" b="0" i="0" u="none" strike="noStrike" kern="1200" cap="none" spc="0" normalizeH="0" baseline="0" noProof="0">
                <a:ln>
                  <a:noFill/>
                </a:ln>
                <a:effectLst/>
                <a:uLnTx/>
                <a:uFillTx/>
                <a:latin typeface="Graphik" pitchFamily="2" charset="77"/>
                <a:ea typeface="+mn-ea"/>
                <a:cs typeface="Graphik" pitchFamily="2" charset="77"/>
              </a:rPr>
              <a:t>Text </a:t>
            </a:r>
            <a:r>
              <a:rPr kumimoji="0" lang="es-ES" sz="1200" b="0" i="0" u="none" strike="noStrike" kern="1200" cap="none" spc="0" normalizeH="0" baseline="0" noProof="0" err="1">
                <a:ln>
                  <a:noFill/>
                </a:ln>
                <a:effectLst/>
                <a:uLnTx/>
                <a:uFillTx/>
                <a:latin typeface="Graphik" pitchFamily="2" charset="77"/>
                <a:ea typeface="+mn-ea"/>
                <a:cs typeface="Graphik" pitchFamily="2" charset="77"/>
              </a:rPr>
              <a:t>of</a:t>
            </a:r>
            <a:r>
              <a:rPr kumimoji="0" lang="es-ES" sz="1200" b="0" i="0" u="none" strike="noStrike" kern="1200" cap="none" spc="0" normalizeH="0" baseline="0" noProof="0">
                <a:ln>
                  <a:noFill/>
                </a:ln>
                <a:effectLst/>
                <a:uLnTx/>
                <a:uFillTx/>
                <a:latin typeface="Graphik" pitchFamily="2" charset="77"/>
                <a:ea typeface="+mn-ea"/>
                <a:cs typeface="Graphik" pitchFamily="2" charset="77"/>
              </a:rPr>
              <a:t> </a:t>
            </a:r>
            <a:r>
              <a:rPr kumimoji="0" lang="es-ES" sz="1200" b="0" i="0" u="none" strike="noStrike" kern="1200" cap="none" spc="0" normalizeH="0" baseline="0" noProof="0" err="1">
                <a:ln>
                  <a:noFill/>
                </a:ln>
                <a:effectLst/>
                <a:uLnTx/>
                <a:uFillTx/>
                <a:latin typeface="Graphik" pitchFamily="2" charset="77"/>
                <a:ea typeface="+mn-ea"/>
                <a:cs typeface="Graphik" pitchFamily="2" charset="77"/>
              </a:rPr>
              <a:t>example</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bringing</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the</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best</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of</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our</a:t>
            </a:r>
            <a:r>
              <a:rPr kumimoji="0" lang="es-ES" sz="1200" b="0" i="0" u="none" strike="noStrike" kern="1200" cap="none" spc="0" normalizeH="0" baseline="0" noProof="0">
                <a:ln>
                  <a:noFill/>
                </a:ln>
                <a:effectLst/>
                <a:uLnTx/>
                <a:uFillTx/>
                <a:latin typeface="Graphik" panose="020B0503030202060203" pitchFamily="34" charset="77"/>
                <a:ea typeface="+mn-ea"/>
                <a:cs typeface="+mn-cs"/>
              </a:rPr>
              <a:t> innovative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spirit</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and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generating</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shared</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value</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along</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the</a:t>
            </a:r>
            <a:r>
              <a:rPr kumimoji="0" lang="es-ES" sz="1200" b="0" i="0" u="none" strike="noStrike" kern="1200" cap="none" spc="0" normalizeH="0" baseline="0" noProof="0">
                <a:ln>
                  <a:noFill/>
                </a:ln>
                <a:effectLst/>
                <a:uLnTx/>
                <a:uFillTx/>
                <a:latin typeface="Graphik" panose="020B0503030202060203" pitchFamily="34" charset="77"/>
                <a:ea typeface="+mn-ea"/>
                <a:cs typeface="+mn-cs"/>
              </a:rPr>
              <a:t> bar in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aviation</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Every</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day</a:t>
            </a:r>
            <a:r>
              <a:rPr kumimoji="0" lang="es-ES" sz="1200" b="0" i="0" u="none" strike="noStrike" kern="1200" cap="none" spc="0" normalizeH="0" baseline="0" noProof="0">
                <a:ln>
                  <a:noFill/>
                </a:ln>
                <a:effectLst/>
                <a:uLnTx/>
                <a:uFillTx/>
                <a:latin typeface="Graphik" panose="020B0503030202060203" pitchFamily="34" charset="77"/>
                <a:ea typeface="+mn-ea"/>
                <a:cs typeface="+mn-cs"/>
              </a:rPr>
              <a:t>.</a:t>
            </a:r>
          </a:p>
        </p:txBody>
      </p:sp>
    </p:spTree>
    <p:extLst>
      <p:ext uri="{BB962C8B-B14F-4D97-AF65-F5344CB8AC3E}">
        <p14:creationId xmlns:p14="http://schemas.microsoft.com/office/powerpoint/2010/main" val="12967465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43_Big Text White">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sp>
        <p:nvSpPr>
          <p:cNvPr id="12" name="Marcador de texto 11">
            <a:extLst>
              <a:ext uri="{FF2B5EF4-FFF2-40B4-BE49-F238E27FC236}">
                <a16:creationId xmlns:a16="http://schemas.microsoft.com/office/drawing/2014/main" id="{5B6CD483-E60B-0290-5D53-729D2FC832ED}"/>
              </a:ext>
            </a:extLst>
          </p:cNvPr>
          <p:cNvSpPr>
            <a:spLocks noGrp="1"/>
          </p:cNvSpPr>
          <p:nvPr>
            <p:ph type="body" sz="quarter" idx="13" hasCustomPrompt="1"/>
          </p:nvPr>
        </p:nvSpPr>
        <p:spPr>
          <a:xfrm>
            <a:off x="603157" y="656284"/>
            <a:ext cx="10620375" cy="4491823"/>
          </a:xfrm>
          <a:prstGeom prst="rect">
            <a:avLst/>
          </a:prstGeom>
        </p:spPr>
        <p:txBody>
          <a:bodyPr anchor="t"/>
          <a:lstStyle>
            <a:lvl1pPr marL="0" indent="0">
              <a:buNone/>
              <a:defRPr sz="4800" b="0" i="0">
                <a:solidFill>
                  <a:srgbClr val="0042ED"/>
                </a:solidFill>
                <a:latin typeface="Arial" panose="020B0604020202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Work</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on</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the</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most</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impactful</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team</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in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the</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industry</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and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best</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place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to</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accelerate</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your</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career</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a:t>
            </a:r>
            <a:b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b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Better</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engineering</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to</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create</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innovative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products</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 and </a:t>
            </a:r>
            <a:r>
              <a:rPr kumimoji="0" lang="es-ES" sz="4800" b="0" i="0" u="none" strike="noStrike" kern="1200" cap="none" spc="0" normalizeH="0" baseline="0" noProof="0" err="1">
                <a:ln>
                  <a:noFill/>
                </a:ln>
                <a:solidFill>
                  <a:srgbClr val="0042ED"/>
                </a:solidFill>
                <a:effectLst/>
                <a:uLnTx/>
                <a:uFillTx/>
                <a:latin typeface="Graphik" pitchFamily="2" charset="77"/>
                <a:ea typeface="+mn-ea"/>
                <a:cs typeface="Graphik" pitchFamily="2" charset="77"/>
              </a:rPr>
              <a:t>solutions</a:t>
            </a:r>
            <a:r>
              <a:rPr kumimoji="0" lang="es-ES" sz="4800" b="0" i="0" u="none" strike="noStrike" kern="1200" cap="none" spc="0" normalizeH="0" baseline="0" noProof="0">
                <a:ln>
                  <a:noFill/>
                </a:ln>
                <a:solidFill>
                  <a:srgbClr val="0042ED"/>
                </a:solidFill>
                <a:effectLst/>
                <a:uLnTx/>
                <a:uFillTx/>
                <a:latin typeface="Graphik" pitchFamily="2" charset="77"/>
                <a:ea typeface="+mn-ea"/>
                <a:cs typeface="Graphik" pitchFamily="2" charset="77"/>
              </a:rPr>
              <a:t>."</a:t>
            </a:r>
          </a:p>
        </p:txBody>
      </p:sp>
    </p:spTree>
    <p:extLst>
      <p:ext uri="{BB962C8B-B14F-4D97-AF65-F5344CB8AC3E}">
        <p14:creationId xmlns:p14="http://schemas.microsoft.com/office/powerpoint/2010/main" val="22214615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50_Big Text Blue">
    <p:bg>
      <p:bgPr>
        <a:solidFill>
          <a:srgbClr val="0042ED"/>
        </a:solidFill>
        <a:effectLst/>
      </p:bgPr>
    </p:bg>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1"/>
                </a:solidFill>
              </a:defRPr>
            </a:lvl1p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1"/>
                </a:solidFill>
              </a:defRPr>
            </a:lvl1pPr>
          </a:lstStyle>
          <a:p>
            <a:fld id="{FF2CED2D-DE01-CB40-AEF5-C9DD7CD06225}" type="slidenum">
              <a:rPr lang="es-ES" smtClean="0"/>
              <a:pPr/>
              <a:t>‹Nº›</a:t>
            </a:fld>
            <a:endParaRPr lang="es-ES"/>
          </a:p>
        </p:txBody>
      </p:sp>
      <p:pic>
        <p:nvPicPr>
          <p:cNvPr id="3" name="Imagen 1">
            <a:extLst>
              <a:ext uri="{FF2B5EF4-FFF2-40B4-BE49-F238E27FC236}">
                <a16:creationId xmlns:a16="http://schemas.microsoft.com/office/drawing/2014/main" id="{83063D65-F2CC-65DD-056F-5ED5F808AF37}"/>
              </a:ext>
            </a:extLst>
          </p:cNvPr>
          <p:cNvPicPr/>
          <p:nvPr userDrawn="1"/>
        </p:nvPicPr>
        <p:blipFill>
          <a:blip r:embed="rId2"/>
          <a:stretch>
            <a:fillRect/>
          </a:stretch>
        </p:blipFill>
        <p:spPr>
          <a:xfrm>
            <a:off x="653742" y="6320455"/>
            <a:ext cx="663716" cy="293070"/>
          </a:xfrm>
          <a:prstGeom prst="rect">
            <a:avLst/>
          </a:prstGeom>
        </p:spPr>
      </p:pic>
      <p:sp>
        <p:nvSpPr>
          <p:cNvPr id="2" name="Marcador de texto 16">
            <a:extLst>
              <a:ext uri="{FF2B5EF4-FFF2-40B4-BE49-F238E27FC236}">
                <a16:creationId xmlns:a16="http://schemas.microsoft.com/office/drawing/2014/main" id="{9D5D7F0E-4406-61CF-8CFC-21253C29D33C}"/>
              </a:ext>
            </a:extLst>
          </p:cNvPr>
          <p:cNvSpPr>
            <a:spLocks noGrp="1"/>
          </p:cNvSpPr>
          <p:nvPr>
            <p:ph type="body" sz="quarter" idx="16" hasCustomPrompt="1"/>
          </p:nvPr>
        </p:nvSpPr>
        <p:spPr>
          <a:xfrm>
            <a:off x="6718734" y="2587043"/>
            <a:ext cx="4365825" cy="1874518"/>
          </a:xfrm>
          <a:prstGeom prst="rect">
            <a:avLst/>
          </a:prstGeom>
        </p:spPr>
        <p:txBody>
          <a:bodyPr/>
          <a:lstStyle>
            <a:lvl1pPr marL="0" indent="0">
              <a:buNone/>
              <a:defRPr sz="1400" b="0" i="0">
                <a:solidFill>
                  <a:schemeClr val="bg1"/>
                </a:solidFill>
                <a:latin typeface="Arial" panose="020B0604020202020204" pitchFamily="34" charset="0"/>
                <a:cs typeface="Arial" panose="020B0604020202020204" pitchFamily="34" charset="0"/>
              </a:defRPr>
            </a:lvl1pPr>
          </a:lstStyle>
          <a:p>
            <a:r>
              <a:rPr lang="es-ES" sz="1400">
                <a:latin typeface="Graphik" panose="020B0503030202060203" pitchFamily="34" charset="77"/>
              </a:rPr>
              <a:t>Lloren </a:t>
            </a:r>
            <a:r>
              <a:rPr lang="es-ES" sz="1400" err="1">
                <a:latin typeface="Graphik" panose="020B0503030202060203" pitchFamily="34" charset="77"/>
              </a:rPr>
              <a:t>ipsum</a:t>
            </a:r>
            <a:r>
              <a:rPr lang="es-ES" sz="1400">
                <a:latin typeface="Graphik" panose="020B0503030202060203" pitchFamily="34" charset="77"/>
              </a:rPr>
              <a:t> dolor </a:t>
            </a:r>
            <a:r>
              <a:rPr lang="es-ES" sz="1400" err="1">
                <a:latin typeface="Graphik" panose="020B0503030202060203" pitchFamily="34" charset="77"/>
              </a:rPr>
              <a:t>sit</a:t>
            </a:r>
            <a:r>
              <a:rPr lang="es-ES" sz="1400">
                <a:latin typeface="Graphik" panose="020B0503030202060203" pitchFamily="34" charset="77"/>
              </a:rPr>
              <a:t> </a:t>
            </a:r>
            <a:r>
              <a:rPr lang="es-ES" sz="1400" err="1">
                <a:latin typeface="Graphik" panose="020B0503030202060203" pitchFamily="34" charset="77"/>
              </a:rPr>
              <a:t>amet</a:t>
            </a:r>
            <a:r>
              <a:rPr lang="es-ES" sz="1400">
                <a:latin typeface="Graphik" panose="020B0503030202060203" pitchFamily="34" charset="77"/>
              </a:rPr>
              <a:t>, </a:t>
            </a:r>
            <a:r>
              <a:rPr lang="es-ES" sz="1400" err="1">
                <a:latin typeface="Graphik" panose="020B0503030202060203" pitchFamily="34" charset="77"/>
              </a:rPr>
              <a:t>consectetuer</a:t>
            </a:r>
            <a:r>
              <a:rPr lang="es-ES" sz="1400">
                <a:latin typeface="Graphik" panose="020B0503030202060203" pitchFamily="34" charset="77"/>
              </a:rPr>
              <a:t> </a:t>
            </a:r>
            <a:r>
              <a:rPr lang="es-ES" sz="1400" err="1">
                <a:latin typeface="Graphik" panose="020B0503030202060203" pitchFamily="34" charset="77"/>
              </a:rPr>
              <a:t>adipiscing</a:t>
            </a:r>
            <a:r>
              <a:rPr lang="es-ES" sz="1400">
                <a:latin typeface="Graphik" panose="020B0503030202060203" pitchFamily="34" charset="77"/>
              </a:rPr>
              <a:t> </a:t>
            </a:r>
            <a:r>
              <a:rPr lang="es-ES" sz="1400" err="1">
                <a:latin typeface="Graphik" panose="020B0503030202060203" pitchFamily="34" charset="77"/>
              </a:rPr>
              <a:t>elit</a:t>
            </a:r>
            <a:r>
              <a:rPr lang="es-ES" sz="1400">
                <a:latin typeface="Graphik" panose="020B0503030202060203" pitchFamily="34" charset="77"/>
              </a:rPr>
              <a:t>, sed </a:t>
            </a:r>
            <a:r>
              <a:rPr lang="es-ES" sz="1400" err="1">
                <a:latin typeface="Graphik" panose="020B0503030202060203" pitchFamily="34" charset="77"/>
              </a:rPr>
              <a:t>diam</a:t>
            </a:r>
            <a:r>
              <a:rPr lang="es-ES" sz="1400">
                <a:latin typeface="Graphik" panose="020B0503030202060203" pitchFamily="34" charset="77"/>
              </a:rPr>
              <a:t> </a:t>
            </a:r>
            <a:r>
              <a:rPr lang="es-ES" sz="1400" err="1">
                <a:latin typeface="Graphik" panose="020B0503030202060203" pitchFamily="34" charset="77"/>
              </a:rPr>
              <a:t>nonummy</a:t>
            </a:r>
            <a:r>
              <a:rPr lang="es-ES" sz="1400">
                <a:latin typeface="Graphik" panose="020B0503030202060203" pitchFamily="34" charset="77"/>
              </a:rPr>
              <a:t> </a:t>
            </a:r>
            <a:r>
              <a:rPr lang="es-ES" sz="1400" err="1">
                <a:latin typeface="Graphik" panose="020B0503030202060203" pitchFamily="34" charset="77"/>
              </a:rPr>
              <a:t>nibh</a:t>
            </a:r>
            <a:r>
              <a:rPr lang="es-ES" sz="1400">
                <a:latin typeface="Graphik" panose="020B0503030202060203" pitchFamily="34" charset="77"/>
              </a:rPr>
              <a:t> </a:t>
            </a:r>
            <a:r>
              <a:rPr lang="es-ES" sz="1400" err="1">
                <a:latin typeface="Graphik" panose="020B0503030202060203" pitchFamily="34" charset="77"/>
              </a:rPr>
              <a:t>euismod</a:t>
            </a:r>
            <a:r>
              <a:rPr lang="es-ES" sz="1400">
                <a:latin typeface="Graphik" panose="020B0503030202060203" pitchFamily="34" charset="77"/>
              </a:rPr>
              <a:t> </a:t>
            </a:r>
            <a:r>
              <a:rPr lang="es-ES" sz="1400" err="1">
                <a:latin typeface="Graphik" panose="020B0503030202060203" pitchFamily="34" charset="77"/>
              </a:rPr>
              <a:t>tincidunt</a:t>
            </a:r>
            <a:r>
              <a:rPr lang="es-ES" sz="1400">
                <a:latin typeface="Graphik" panose="020B0503030202060203" pitchFamily="34" charset="77"/>
              </a:rPr>
              <a:t> ut </a:t>
            </a:r>
            <a:r>
              <a:rPr lang="es-ES" sz="1400" err="1">
                <a:latin typeface="Graphik" panose="020B0503030202060203" pitchFamily="34" charset="77"/>
              </a:rPr>
              <a:t>aliquam</a:t>
            </a:r>
            <a:r>
              <a:rPr lang="es-ES" sz="1400">
                <a:latin typeface="Graphik" panose="020B0503030202060203" pitchFamily="34" charset="77"/>
              </a:rPr>
              <a:t> </a:t>
            </a:r>
            <a:r>
              <a:rPr lang="es-ES" sz="1400" err="1">
                <a:latin typeface="Graphik" panose="020B0503030202060203" pitchFamily="34" charset="77"/>
              </a:rPr>
              <a:t>volutpat</a:t>
            </a:r>
            <a:r>
              <a:rPr lang="es-ES" sz="1400">
                <a:latin typeface="Graphik" panose="020B0503030202060203" pitchFamily="34" charset="77"/>
              </a:rPr>
              <a:t> </a:t>
            </a:r>
            <a:r>
              <a:rPr lang="es-ES" sz="1400" err="1">
                <a:latin typeface="Graphik" panose="020B0503030202060203" pitchFamily="34" charset="77"/>
              </a:rPr>
              <a:t>laoreet</a:t>
            </a:r>
            <a:r>
              <a:rPr lang="es-ES" sz="1400">
                <a:latin typeface="Graphik" panose="020B0503030202060203" pitchFamily="34" charset="77"/>
              </a:rPr>
              <a:t> </a:t>
            </a:r>
            <a:r>
              <a:rPr lang="es-ES" sz="1400" err="1">
                <a:latin typeface="Graphik" panose="020B0503030202060203" pitchFamily="34" charset="77"/>
              </a:rPr>
              <a:t>dolore</a:t>
            </a:r>
            <a:r>
              <a:rPr lang="es-ES" sz="1400">
                <a:latin typeface="Graphik" panose="020B0503030202060203" pitchFamily="34" charset="77"/>
              </a:rPr>
              <a:t> magna </a:t>
            </a:r>
            <a:r>
              <a:rPr lang="es-ES" sz="1400" err="1">
                <a:latin typeface="Graphik" panose="020B0503030202060203" pitchFamily="34" charset="77"/>
              </a:rPr>
              <a:t>aliquam</a:t>
            </a:r>
            <a:r>
              <a:rPr lang="es-ES" sz="1400">
                <a:latin typeface="Graphik" panose="020B0503030202060203" pitchFamily="34" charset="77"/>
              </a:rPr>
              <a:t> </a:t>
            </a:r>
            <a:r>
              <a:rPr lang="es-ES" sz="1400" err="1">
                <a:latin typeface="Graphik" panose="020B0503030202060203" pitchFamily="34" charset="77"/>
              </a:rPr>
              <a:t>volutpat</a:t>
            </a:r>
            <a:r>
              <a:rPr lang="es-ES" sz="1400">
                <a:latin typeface="Graphik" panose="020B0503030202060203" pitchFamily="34" charset="77"/>
              </a:rPr>
              <a:t>.</a:t>
            </a:r>
            <a:endParaRPr lang="es-ES"/>
          </a:p>
        </p:txBody>
      </p:sp>
      <p:sp>
        <p:nvSpPr>
          <p:cNvPr id="8" name="Marcador de texto 2">
            <a:extLst>
              <a:ext uri="{FF2B5EF4-FFF2-40B4-BE49-F238E27FC236}">
                <a16:creationId xmlns:a16="http://schemas.microsoft.com/office/drawing/2014/main" id="{F5329F62-712C-E477-9A38-817CB42A5E4F}"/>
              </a:ext>
            </a:extLst>
          </p:cNvPr>
          <p:cNvSpPr>
            <a:spLocks noGrp="1"/>
          </p:cNvSpPr>
          <p:nvPr>
            <p:ph type="body" sz="quarter" idx="20" hasCustomPrompt="1"/>
          </p:nvPr>
        </p:nvSpPr>
        <p:spPr>
          <a:xfrm>
            <a:off x="555308" y="354385"/>
            <a:ext cx="5934944" cy="4107176"/>
          </a:xfrm>
          <a:prstGeom prst="rect">
            <a:avLst/>
          </a:prstGeom>
        </p:spPr>
        <p:txBody>
          <a:bodyPr anchor="b"/>
          <a:lstStyle>
            <a:lvl1pPr marL="0" indent="0">
              <a:lnSpc>
                <a:spcPts val="14000"/>
              </a:lnSpc>
              <a:buNone/>
              <a:defRPr sz="15000" b="1" i="0">
                <a:solidFill>
                  <a:schemeClr val="bg1"/>
                </a:solidFill>
                <a:latin typeface="Arial Narrow" panose="020B0604020202020204" pitchFamily="34" charset="0"/>
                <a:cs typeface="Graphik Medium" pitchFamily="2" charset="77"/>
              </a:defRPr>
            </a:lvl1pPr>
          </a:lstStyle>
          <a:p>
            <a:pPr lvl="0"/>
            <a:r>
              <a:rPr lang="es-ES"/>
              <a:t>T700</a:t>
            </a:r>
          </a:p>
          <a:p>
            <a:pPr lvl="0"/>
            <a:r>
              <a:rPr lang="es-ES"/>
              <a:t>SERIES</a:t>
            </a:r>
          </a:p>
        </p:txBody>
      </p:sp>
      <p:sp>
        <p:nvSpPr>
          <p:cNvPr id="9" name="Marcador de texto 3">
            <a:extLst>
              <a:ext uri="{FF2B5EF4-FFF2-40B4-BE49-F238E27FC236}">
                <a16:creationId xmlns:a16="http://schemas.microsoft.com/office/drawing/2014/main" id="{86A9D47F-8028-A922-441B-55FA0A4CDF71}"/>
              </a:ext>
            </a:extLst>
          </p:cNvPr>
          <p:cNvSpPr>
            <a:spLocks noGrp="1"/>
          </p:cNvSpPr>
          <p:nvPr>
            <p:ph type="body" sz="quarter" idx="21" hasCustomPrompt="1"/>
          </p:nvPr>
        </p:nvSpPr>
        <p:spPr>
          <a:xfrm>
            <a:off x="555308" y="5200705"/>
            <a:ext cx="990600" cy="251460"/>
          </a:xfrm>
          <a:prstGeom prst="rect">
            <a:avLst/>
          </a:prstGeom>
        </p:spPr>
        <p:txBody>
          <a:bodyPr/>
          <a:lstStyle>
            <a:lvl1pPr marL="0" indent="0">
              <a:buNone/>
              <a:defRPr sz="1200" b="0" i="0">
                <a:solidFill>
                  <a:schemeClr val="bg1"/>
                </a:solidFill>
                <a:latin typeface="Arial" panose="020B0604020202020204" pitchFamily="34" charset="0"/>
                <a:cs typeface="Arial" panose="020B0604020202020204" pitchFamily="34" charset="0"/>
              </a:defRPr>
            </a:lvl1pPr>
          </a:lstStyle>
          <a:p>
            <a:pPr lvl="0"/>
            <a:r>
              <a:rPr lang="es-ES"/>
              <a:t>Lore </a:t>
            </a:r>
            <a:r>
              <a:rPr lang="es-ES" err="1"/>
              <a:t>ipsum</a:t>
            </a:r>
            <a:endParaRPr lang="es-ES"/>
          </a:p>
        </p:txBody>
      </p:sp>
      <p:sp>
        <p:nvSpPr>
          <p:cNvPr id="10" name="Marcador de texto 3">
            <a:extLst>
              <a:ext uri="{FF2B5EF4-FFF2-40B4-BE49-F238E27FC236}">
                <a16:creationId xmlns:a16="http://schemas.microsoft.com/office/drawing/2014/main" id="{45640FAE-6F36-33C8-644D-80AB7F478F30}"/>
              </a:ext>
            </a:extLst>
          </p:cNvPr>
          <p:cNvSpPr>
            <a:spLocks noGrp="1"/>
          </p:cNvSpPr>
          <p:nvPr>
            <p:ph type="body" sz="quarter" idx="22" hasCustomPrompt="1"/>
          </p:nvPr>
        </p:nvSpPr>
        <p:spPr>
          <a:xfrm>
            <a:off x="3877628" y="5200705"/>
            <a:ext cx="2444432" cy="769620"/>
          </a:xfrm>
          <a:prstGeom prst="rect">
            <a:avLst/>
          </a:prstGeom>
        </p:spPr>
        <p:txBody>
          <a:bodyPr/>
          <a:lstStyle>
            <a:lvl1pPr marL="0" indent="0">
              <a:buNone/>
              <a:defRPr sz="1200" b="0" i="0">
                <a:solidFill>
                  <a:schemeClr val="bg1"/>
                </a:solidFill>
                <a:latin typeface="Arial" panose="020B0604020202020204" pitchFamily="34" charset="0"/>
                <a:cs typeface="Arial" panose="020B0604020202020204" pitchFamily="34" charset="0"/>
              </a:defRPr>
            </a:lvl1pPr>
          </a:lstStyle>
          <a:p>
            <a:pPr lvl="0"/>
            <a:r>
              <a:rPr lang="es-ES" sz="1200" err="1">
                <a:latin typeface="Graphik" panose="020B0503030202060203" pitchFamily="34" charset="77"/>
              </a:rPr>
              <a:t>Lorem</a:t>
            </a:r>
            <a:r>
              <a:rPr lang="es-ES" sz="1200">
                <a:latin typeface="Graphik" panose="020B0503030202060203" pitchFamily="34" charset="77"/>
              </a:rPr>
              <a:t> </a:t>
            </a:r>
            <a:r>
              <a:rPr lang="es-ES" sz="1200" err="1">
                <a:latin typeface="Graphik" panose="020B0503030202060203" pitchFamily="34" charset="77"/>
              </a:rPr>
              <a:t>ipsum</a:t>
            </a:r>
            <a:r>
              <a:rPr lang="es-ES" sz="1200">
                <a:latin typeface="Graphik" panose="020B0503030202060203" pitchFamily="34" charset="77"/>
              </a:rPr>
              <a:t> dolor </a:t>
            </a:r>
            <a:r>
              <a:rPr lang="es-ES" sz="1200" err="1">
                <a:latin typeface="Graphik" panose="020B0503030202060203" pitchFamily="34" charset="77"/>
              </a:rPr>
              <a:t>sit</a:t>
            </a:r>
            <a:r>
              <a:rPr lang="es-ES" sz="1200">
                <a:latin typeface="Graphik" panose="020B0503030202060203" pitchFamily="34" charset="77"/>
              </a:rPr>
              <a:t> </a:t>
            </a:r>
            <a:r>
              <a:rPr lang="es-ES" sz="1200" err="1">
                <a:latin typeface="Graphik" panose="020B0503030202060203" pitchFamily="34" charset="77"/>
              </a:rPr>
              <a:t>amet</a:t>
            </a:r>
            <a:r>
              <a:rPr lang="es-ES" sz="1200">
                <a:latin typeface="Graphik" panose="020B0503030202060203" pitchFamily="34" charset="77"/>
              </a:rPr>
              <a:t>, </a:t>
            </a:r>
            <a:r>
              <a:rPr lang="es-ES" sz="1200" err="1">
                <a:latin typeface="Graphik" panose="020B0503030202060203" pitchFamily="34" charset="77"/>
              </a:rPr>
              <a:t>consectetuer</a:t>
            </a:r>
            <a:r>
              <a:rPr lang="es-ES" sz="1200">
                <a:latin typeface="Graphik" panose="020B0503030202060203" pitchFamily="34" charset="77"/>
              </a:rPr>
              <a:t> </a:t>
            </a:r>
            <a:r>
              <a:rPr lang="es-ES" sz="1200" err="1">
                <a:latin typeface="Graphik" panose="020B0503030202060203" pitchFamily="34" charset="77"/>
              </a:rPr>
              <a:t>adipiscing</a:t>
            </a:r>
            <a:r>
              <a:rPr lang="es-ES" sz="1200">
                <a:latin typeface="Graphik" panose="020B0503030202060203" pitchFamily="34" charset="77"/>
              </a:rPr>
              <a:t> </a:t>
            </a:r>
            <a:r>
              <a:rPr lang="es-ES" sz="1200" err="1">
                <a:latin typeface="Graphik" panose="020B0503030202060203" pitchFamily="34" charset="77"/>
              </a:rPr>
              <a:t>elit</a:t>
            </a:r>
            <a:r>
              <a:rPr lang="es-ES" sz="1200">
                <a:latin typeface="Graphik" panose="020B0503030202060203" pitchFamily="34" charset="77"/>
              </a:rPr>
              <a:t>, sed </a:t>
            </a:r>
            <a:r>
              <a:rPr lang="es-ES" sz="1200" err="1">
                <a:latin typeface="Graphik" panose="020B0503030202060203" pitchFamily="34" charset="77"/>
              </a:rPr>
              <a:t>diam</a:t>
            </a:r>
            <a:r>
              <a:rPr lang="es-ES" sz="1200">
                <a:latin typeface="Graphik" panose="020B0503030202060203" pitchFamily="34" charset="77"/>
              </a:rPr>
              <a:t> </a:t>
            </a:r>
            <a:r>
              <a:rPr lang="es-ES" sz="1200" err="1">
                <a:latin typeface="Graphik" panose="020B0503030202060203" pitchFamily="34" charset="77"/>
              </a:rPr>
              <a:t>nonummy</a:t>
            </a:r>
            <a:endParaRPr lang="es-ES"/>
          </a:p>
        </p:txBody>
      </p:sp>
    </p:spTree>
    <p:extLst>
      <p:ext uri="{BB962C8B-B14F-4D97-AF65-F5344CB8AC3E}">
        <p14:creationId xmlns:p14="http://schemas.microsoft.com/office/powerpoint/2010/main" val="20144744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51_Big Text Blue">
    <p:bg>
      <p:bgPr>
        <a:solidFill>
          <a:srgbClr val="0042ED"/>
        </a:solidFill>
        <a:effectLst/>
      </p:bgPr>
    </p:bg>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7309B4FE-BB65-C47F-19E4-9B799373EDBA}"/>
              </a:ext>
            </a:extLst>
          </p:cNvPr>
          <p:cNvSpPr>
            <a:spLocks noGrp="1"/>
          </p:cNvSpPr>
          <p:nvPr>
            <p:ph type="pic" sz="quarter" idx="21" hasCustomPrompt="1"/>
          </p:nvPr>
        </p:nvSpPr>
        <p:spPr>
          <a:xfrm>
            <a:off x="7101840" y="1"/>
            <a:ext cx="5090160" cy="6858000"/>
          </a:xfrm>
          <a:prstGeom prst="rect">
            <a:avLst/>
          </a:prstGeom>
        </p:spPr>
        <p:txBody>
          <a:bodyPr/>
          <a:lstStyle>
            <a:lvl1pPr marL="0" indent="0">
              <a:buNone/>
              <a:defRPr b="0" i="0">
                <a:solidFill>
                  <a:schemeClr val="bg1"/>
                </a:solidFill>
                <a:latin typeface="Arial" panose="020B0604020202020204" pitchFamily="34" charset="0"/>
                <a:cs typeface="Arial" panose="020B0604020202020204" pitchFamily="34" charset="0"/>
              </a:defRPr>
            </a:lvl1pPr>
          </a:lstStyle>
          <a:p>
            <a:r>
              <a:rPr lang="es-ES"/>
              <a:t>Imagen</a:t>
            </a: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1"/>
                </a:solidFill>
              </a:defRPr>
            </a:lvl1p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1"/>
                </a:solidFill>
              </a:defRPr>
            </a:lvl1pPr>
          </a:lstStyle>
          <a:p>
            <a:fld id="{FF2CED2D-DE01-CB40-AEF5-C9DD7CD06225}" type="slidenum">
              <a:rPr lang="es-ES" smtClean="0"/>
              <a:pPr/>
              <a:t>‹Nº›</a:t>
            </a:fld>
            <a:endParaRPr lang="es-ES"/>
          </a:p>
        </p:txBody>
      </p:sp>
      <p:pic>
        <p:nvPicPr>
          <p:cNvPr id="4" name="Imagen 1">
            <a:extLst>
              <a:ext uri="{FF2B5EF4-FFF2-40B4-BE49-F238E27FC236}">
                <a16:creationId xmlns:a16="http://schemas.microsoft.com/office/drawing/2014/main" id="{28542A44-94A6-1EE3-0399-39846D2ACA28}"/>
              </a:ext>
            </a:extLst>
          </p:cNvPr>
          <p:cNvPicPr/>
          <p:nvPr userDrawn="1"/>
        </p:nvPicPr>
        <p:blipFill>
          <a:blip r:embed="rId2"/>
          <a:stretch>
            <a:fillRect/>
          </a:stretch>
        </p:blipFill>
        <p:spPr>
          <a:xfrm>
            <a:off x="653742" y="6320455"/>
            <a:ext cx="663716" cy="293070"/>
          </a:xfrm>
          <a:prstGeom prst="rect">
            <a:avLst/>
          </a:prstGeom>
        </p:spPr>
      </p:pic>
      <p:sp>
        <p:nvSpPr>
          <p:cNvPr id="2" name="Marcador de texto 16">
            <a:extLst>
              <a:ext uri="{FF2B5EF4-FFF2-40B4-BE49-F238E27FC236}">
                <a16:creationId xmlns:a16="http://schemas.microsoft.com/office/drawing/2014/main" id="{03B9CC0C-C46B-9D0F-31B7-BB726DA377D4}"/>
              </a:ext>
            </a:extLst>
          </p:cNvPr>
          <p:cNvSpPr>
            <a:spLocks noGrp="1"/>
          </p:cNvSpPr>
          <p:nvPr>
            <p:ph type="body" sz="quarter" idx="16" hasCustomPrompt="1"/>
          </p:nvPr>
        </p:nvSpPr>
        <p:spPr>
          <a:xfrm>
            <a:off x="552577" y="4511258"/>
            <a:ext cx="4250564" cy="1296674"/>
          </a:xfrm>
          <a:prstGeom prst="rect">
            <a:avLst/>
          </a:prstGeom>
        </p:spPr>
        <p:txBody>
          <a:bodyPr/>
          <a:lstStyle>
            <a:lvl1pPr marL="0" indent="0">
              <a:buNone/>
              <a:defRPr sz="1400" b="0" i="0">
                <a:solidFill>
                  <a:schemeClr val="bg1"/>
                </a:solidFill>
                <a:latin typeface="Arial" panose="020B0604020202020204" pitchFamily="34" charset="0"/>
                <a:cs typeface="Arial" panose="020B0604020202020204" pitchFamily="34" charset="0"/>
              </a:defRPr>
            </a:lvl1pPr>
          </a:lstStyle>
          <a:p>
            <a:r>
              <a:rPr lang="es-ES" sz="1400" err="1">
                <a:latin typeface="Graphik" panose="020B0503030202060203" pitchFamily="34" charset="77"/>
              </a:rPr>
              <a:t>Lorem</a:t>
            </a:r>
            <a:r>
              <a:rPr lang="es-ES" sz="1400">
                <a:latin typeface="Graphik" panose="020B0503030202060203" pitchFamily="34" charset="77"/>
              </a:rPr>
              <a:t> </a:t>
            </a:r>
            <a:r>
              <a:rPr lang="es-ES" sz="1400" err="1">
                <a:latin typeface="Graphik" panose="020B0503030202060203" pitchFamily="34" charset="77"/>
              </a:rPr>
              <a:t>ipsum</a:t>
            </a:r>
            <a:r>
              <a:rPr lang="es-ES" sz="1400">
                <a:latin typeface="Graphik" panose="020B0503030202060203" pitchFamily="34" charset="77"/>
              </a:rPr>
              <a:t> dolor </a:t>
            </a:r>
            <a:r>
              <a:rPr lang="es-ES" sz="1400" err="1">
                <a:latin typeface="Graphik" panose="020B0503030202060203" pitchFamily="34" charset="77"/>
              </a:rPr>
              <a:t>sit</a:t>
            </a:r>
            <a:r>
              <a:rPr lang="es-ES" sz="1400">
                <a:latin typeface="Graphik" panose="020B0503030202060203" pitchFamily="34" charset="77"/>
              </a:rPr>
              <a:t> </a:t>
            </a:r>
            <a:r>
              <a:rPr lang="es-ES" sz="1400" err="1">
                <a:latin typeface="Graphik" panose="020B0503030202060203" pitchFamily="34" charset="77"/>
              </a:rPr>
              <a:t>amet</a:t>
            </a:r>
            <a:r>
              <a:rPr lang="es-ES" sz="1400">
                <a:latin typeface="Graphik" panose="020B0503030202060203" pitchFamily="34" charset="77"/>
              </a:rPr>
              <a:t>, </a:t>
            </a:r>
            <a:r>
              <a:rPr lang="es-ES" sz="1400" err="1">
                <a:latin typeface="Graphik" panose="020B0503030202060203" pitchFamily="34" charset="77"/>
              </a:rPr>
              <a:t>consectetuer</a:t>
            </a:r>
            <a:r>
              <a:rPr lang="es-ES" sz="1400">
                <a:latin typeface="Graphik" panose="020B0503030202060203" pitchFamily="34" charset="77"/>
              </a:rPr>
              <a:t> </a:t>
            </a:r>
            <a:r>
              <a:rPr lang="es-ES" sz="1400" err="1">
                <a:latin typeface="Graphik" panose="020B0503030202060203" pitchFamily="34" charset="77"/>
              </a:rPr>
              <a:t>adipiscing</a:t>
            </a:r>
            <a:r>
              <a:rPr lang="es-ES" sz="1400">
                <a:latin typeface="Graphik" panose="020B0503030202060203" pitchFamily="34" charset="77"/>
              </a:rPr>
              <a:t> </a:t>
            </a:r>
            <a:r>
              <a:rPr lang="es-ES" sz="1400" err="1">
                <a:latin typeface="Graphik" panose="020B0503030202060203" pitchFamily="34" charset="77"/>
              </a:rPr>
              <a:t>elit</a:t>
            </a:r>
            <a:r>
              <a:rPr lang="es-ES" sz="1400">
                <a:latin typeface="Graphik" panose="020B0503030202060203" pitchFamily="34" charset="77"/>
              </a:rPr>
              <a:t>, sed </a:t>
            </a:r>
            <a:r>
              <a:rPr lang="es-ES" sz="1400" err="1">
                <a:latin typeface="Graphik" panose="020B0503030202060203" pitchFamily="34" charset="77"/>
              </a:rPr>
              <a:t>diam</a:t>
            </a:r>
            <a:r>
              <a:rPr lang="es-ES" sz="1400">
                <a:latin typeface="Graphik" panose="020B0503030202060203" pitchFamily="34" charset="77"/>
              </a:rPr>
              <a:t> </a:t>
            </a:r>
            <a:r>
              <a:rPr lang="es-ES" sz="1400" err="1">
                <a:latin typeface="Graphik" panose="020B0503030202060203" pitchFamily="34" charset="77"/>
              </a:rPr>
              <a:t>nonummy</a:t>
            </a:r>
            <a:r>
              <a:rPr lang="es-ES" sz="1400">
                <a:latin typeface="Graphik" panose="020B0503030202060203" pitchFamily="34" charset="77"/>
              </a:rPr>
              <a:t> </a:t>
            </a:r>
            <a:r>
              <a:rPr lang="es-ES" sz="1400" err="1">
                <a:latin typeface="Graphik" panose="020B0503030202060203" pitchFamily="34" charset="77"/>
              </a:rPr>
              <a:t>nibh</a:t>
            </a:r>
            <a:r>
              <a:rPr lang="es-ES" sz="1400">
                <a:latin typeface="Graphik" panose="020B0503030202060203" pitchFamily="34" charset="77"/>
              </a:rPr>
              <a:t> </a:t>
            </a:r>
            <a:r>
              <a:rPr lang="es-ES" sz="1400" err="1">
                <a:latin typeface="Graphik" panose="020B0503030202060203" pitchFamily="34" charset="77"/>
              </a:rPr>
              <a:t>euismod</a:t>
            </a:r>
            <a:r>
              <a:rPr lang="es-ES" sz="1400">
                <a:latin typeface="Graphik" panose="020B0503030202060203" pitchFamily="34" charset="77"/>
              </a:rPr>
              <a:t> </a:t>
            </a:r>
            <a:r>
              <a:rPr lang="es-ES" sz="1400" err="1">
                <a:latin typeface="Graphik" panose="020B0503030202060203" pitchFamily="34" charset="77"/>
              </a:rPr>
              <a:t>tincidunt</a:t>
            </a:r>
            <a:r>
              <a:rPr lang="es-ES" sz="1400">
                <a:latin typeface="Graphik" panose="020B0503030202060203" pitchFamily="34" charset="77"/>
              </a:rPr>
              <a:t> ut </a:t>
            </a:r>
            <a:r>
              <a:rPr lang="es-ES" sz="1400" err="1">
                <a:latin typeface="Graphik" panose="020B0503030202060203" pitchFamily="34" charset="77"/>
              </a:rPr>
              <a:t>aliquam</a:t>
            </a:r>
            <a:r>
              <a:rPr lang="es-ES" sz="1400">
                <a:latin typeface="Graphik" panose="020B0503030202060203" pitchFamily="34" charset="77"/>
              </a:rPr>
              <a:t> </a:t>
            </a:r>
            <a:r>
              <a:rPr lang="es-ES" sz="1400" err="1">
                <a:latin typeface="Graphik" panose="020B0503030202060203" pitchFamily="34" charset="77"/>
              </a:rPr>
              <a:t>volutpat</a:t>
            </a:r>
            <a:r>
              <a:rPr lang="es-ES" sz="1400">
                <a:latin typeface="Graphik" panose="020B0503030202060203" pitchFamily="34" charset="77"/>
              </a:rPr>
              <a:t> </a:t>
            </a:r>
            <a:r>
              <a:rPr lang="es-ES" sz="1400" err="1">
                <a:latin typeface="Graphik" panose="020B0503030202060203" pitchFamily="34" charset="77"/>
              </a:rPr>
              <a:t>laoreet</a:t>
            </a:r>
            <a:r>
              <a:rPr lang="es-ES" sz="1400">
                <a:latin typeface="Graphik" panose="020B0503030202060203" pitchFamily="34" charset="77"/>
              </a:rPr>
              <a:t> </a:t>
            </a:r>
            <a:r>
              <a:rPr lang="es-ES" sz="1400" err="1">
                <a:latin typeface="Graphik" panose="020B0503030202060203" pitchFamily="34" charset="77"/>
              </a:rPr>
              <a:t>dolore</a:t>
            </a:r>
            <a:r>
              <a:rPr lang="es-ES" sz="1400">
                <a:latin typeface="Graphik" panose="020B0503030202060203" pitchFamily="34" charset="77"/>
              </a:rPr>
              <a:t> magna </a:t>
            </a:r>
            <a:r>
              <a:rPr lang="es-ES" sz="1400" err="1">
                <a:latin typeface="Graphik" panose="020B0503030202060203" pitchFamily="34" charset="77"/>
              </a:rPr>
              <a:t>aliquam</a:t>
            </a:r>
            <a:r>
              <a:rPr lang="es-ES" sz="1400">
                <a:latin typeface="Graphik" panose="020B0503030202060203" pitchFamily="34" charset="77"/>
              </a:rPr>
              <a:t> </a:t>
            </a:r>
            <a:r>
              <a:rPr lang="es-ES" sz="1400" err="1">
                <a:latin typeface="Graphik" panose="020B0503030202060203" pitchFamily="34" charset="77"/>
              </a:rPr>
              <a:t>volutpat</a:t>
            </a:r>
            <a:r>
              <a:rPr lang="es-ES" sz="1400">
                <a:latin typeface="Graphik" panose="020B0503030202060203" pitchFamily="34" charset="77"/>
              </a:rPr>
              <a:t>.</a:t>
            </a:r>
            <a:endParaRPr lang="es-ES"/>
          </a:p>
        </p:txBody>
      </p:sp>
      <p:sp>
        <p:nvSpPr>
          <p:cNvPr id="5" name="Marcador de texto 2">
            <a:extLst>
              <a:ext uri="{FF2B5EF4-FFF2-40B4-BE49-F238E27FC236}">
                <a16:creationId xmlns:a16="http://schemas.microsoft.com/office/drawing/2014/main" id="{55D3F657-13BB-967F-FBCA-4620223A4AD6}"/>
              </a:ext>
            </a:extLst>
          </p:cNvPr>
          <p:cNvSpPr>
            <a:spLocks noGrp="1"/>
          </p:cNvSpPr>
          <p:nvPr>
            <p:ph type="body" sz="quarter" idx="20" hasCustomPrompt="1"/>
          </p:nvPr>
        </p:nvSpPr>
        <p:spPr>
          <a:xfrm>
            <a:off x="555308" y="354385"/>
            <a:ext cx="5934944" cy="4107176"/>
          </a:xfrm>
          <a:prstGeom prst="rect">
            <a:avLst/>
          </a:prstGeom>
        </p:spPr>
        <p:txBody>
          <a:bodyPr anchor="b"/>
          <a:lstStyle>
            <a:lvl1pPr marL="0" indent="0">
              <a:lnSpc>
                <a:spcPts val="14000"/>
              </a:lnSpc>
              <a:buNone/>
              <a:defRPr sz="15000" b="1" i="0">
                <a:solidFill>
                  <a:schemeClr val="bg1"/>
                </a:solidFill>
                <a:latin typeface="Arial Narrow" panose="020B0604020202020204" pitchFamily="34" charset="0"/>
                <a:cs typeface="Graphik Medium" pitchFamily="2" charset="77"/>
              </a:defRPr>
            </a:lvl1pPr>
          </a:lstStyle>
          <a:p>
            <a:pPr lvl="0"/>
            <a:r>
              <a:rPr lang="es-ES"/>
              <a:t>T700</a:t>
            </a:r>
          </a:p>
          <a:p>
            <a:pPr lvl="0"/>
            <a:r>
              <a:rPr lang="es-ES"/>
              <a:t>SERIES</a:t>
            </a:r>
          </a:p>
        </p:txBody>
      </p:sp>
    </p:spTree>
    <p:extLst>
      <p:ext uri="{BB962C8B-B14F-4D97-AF65-F5344CB8AC3E}">
        <p14:creationId xmlns:p14="http://schemas.microsoft.com/office/powerpoint/2010/main" val="36362472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52_Big Text Blue">
    <p:bg>
      <p:bgPr>
        <a:solidFill>
          <a:srgbClr val="0042ED"/>
        </a:solidFill>
        <a:effectLst/>
      </p:bgPr>
    </p:bg>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1"/>
                </a:solidFill>
              </a:defRPr>
            </a:lvl1p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1"/>
                </a:solidFill>
              </a:defRPr>
            </a:lvl1pPr>
          </a:lstStyle>
          <a:p>
            <a:fld id="{FF2CED2D-DE01-CB40-AEF5-C9DD7CD06225}" type="slidenum">
              <a:rPr lang="es-ES" smtClean="0"/>
              <a:pPr/>
              <a:t>‹Nº›</a:t>
            </a:fld>
            <a:endParaRPr lang="es-ES"/>
          </a:p>
        </p:txBody>
      </p:sp>
      <p:sp>
        <p:nvSpPr>
          <p:cNvPr id="4" name="Marcador de texto 3">
            <a:extLst>
              <a:ext uri="{FF2B5EF4-FFF2-40B4-BE49-F238E27FC236}">
                <a16:creationId xmlns:a16="http://schemas.microsoft.com/office/drawing/2014/main" id="{598AC176-FABB-3EF3-6D09-981ADDBE2AE7}"/>
              </a:ext>
            </a:extLst>
          </p:cNvPr>
          <p:cNvSpPr>
            <a:spLocks noGrp="1"/>
          </p:cNvSpPr>
          <p:nvPr>
            <p:ph type="body" sz="quarter" idx="13" hasCustomPrompt="1"/>
          </p:nvPr>
        </p:nvSpPr>
        <p:spPr>
          <a:xfrm>
            <a:off x="577004" y="766852"/>
            <a:ext cx="10908262" cy="3641159"/>
          </a:xfrm>
          <a:prstGeom prst="rect">
            <a:avLst/>
          </a:prstGeom>
        </p:spPr>
        <p:txBody>
          <a:bodyPr/>
          <a:lstStyle>
            <a:lvl1pPr marL="0" indent="0">
              <a:buNone/>
              <a:defRPr sz="4000" b="0" i="0">
                <a:solidFill>
                  <a:schemeClr val="bg1"/>
                </a:solidFill>
                <a:latin typeface="Arial" panose="020B0604020202020204" pitchFamily="34" charset="0"/>
                <a:cs typeface="Arial" panose="020B0604020202020204" pitchFamily="34" charset="0"/>
              </a:defRPr>
            </a:lvl1pPr>
          </a:lstStyle>
          <a:p>
            <a:r>
              <a:rPr lang="es-ES" sz="3600" err="1">
                <a:solidFill>
                  <a:schemeClr val="bg1"/>
                </a:solidFill>
                <a:latin typeface="Graphik" pitchFamily="2" charset="77"/>
                <a:cs typeface="Graphik" pitchFamily="2" charset="77"/>
              </a:rPr>
              <a:t>Featuring</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cutting-edge</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aerodynamics</a:t>
            </a:r>
            <a:r>
              <a:rPr lang="es-ES" sz="3600">
                <a:solidFill>
                  <a:schemeClr val="bg1"/>
                </a:solidFill>
                <a:latin typeface="Graphik" pitchFamily="2" charset="77"/>
                <a:cs typeface="Graphik" pitchFamily="2" charset="77"/>
              </a:rPr>
              <a:t> and </a:t>
            </a:r>
            <a:r>
              <a:rPr lang="es-ES" sz="3600" err="1">
                <a:solidFill>
                  <a:schemeClr val="bg1"/>
                </a:solidFill>
                <a:latin typeface="Graphik" pitchFamily="2" charset="77"/>
                <a:cs typeface="Graphik" pitchFamily="2" charset="77"/>
              </a:rPr>
              <a:t>patented</a:t>
            </a:r>
            <a:r>
              <a:rPr lang="es-ES" sz="3600">
                <a:solidFill>
                  <a:schemeClr val="bg1"/>
                </a:solidFill>
                <a:latin typeface="Graphik" pitchFamily="2" charset="77"/>
                <a:cs typeface="Graphik" pitchFamily="2" charset="77"/>
              </a:rPr>
              <a:t> in 2023 (US </a:t>
            </a:r>
            <a:r>
              <a:rPr lang="es-ES" sz="3600" err="1">
                <a:solidFill>
                  <a:schemeClr val="bg1"/>
                </a:solidFill>
                <a:latin typeface="Graphik" pitchFamily="2" charset="77"/>
                <a:cs typeface="Graphik" pitchFamily="2" charset="77"/>
              </a:rPr>
              <a:t>Patent</a:t>
            </a:r>
            <a:r>
              <a:rPr lang="es-ES" sz="3600">
                <a:solidFill>
                  <a:schemeClr val="bg1"/>
                </a:solidFill>
                <a:latin typeface="Graphik" pitchFamily="2" charset="77"/>
                <a:cs typeface="Graphik" pitchFamily="2" charset="77"/>
              </a:rPr>
              <a:t> No. 1234567),</a:t>
            </a:r>
            <a:br>
              <a:rPr lang="es-ES" sz="3600">
                <a:solidFill>
                  <a:schemeClr val="bg1"/>
                </a:solidFill>
                <a:latin typeface="Graphik" pitchFamily="2" charset="77"/>
                <a:cs typeface="Graphik" pitchFamily="2" charset="77"/>
              </a:rPr>
            </a:br>
            <a:r>
              <a:rPr lang="es-ES" sz="3600" err="1">
                <a:solidFill>
                  <a:schemeClr val="bg1"/>
                </a:solidFill>
                <a:latin typeface="Graphik" pitchFamily="2" charset="77"/>
                <a:cs typeface="Graphik" pitchFamily="2" charset="77"/>
              </a:rPr>
              <a:t>this</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next-generation</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aircraft</a:t>
            </a:r>
            <a:r>
              <a:rPr lang="es-ES" sz="3600">
                <a:solidFill>
                  <a:schemeClr val="bg1"/>
                </a:solidFill>
                <a:latin typeface="Graphik" pitchFamily="2" charset="77"/>
                <a:cs typeface="Graphik" pitchFamily="2" charset="77"/>
              </a:rPr>
              <a:t> turbine </a:t>
            </a:r>
            <a:r>
              <a:rPr lang="es-ES" sz="3600" err="1">
                <a:solidFill>
                  <a:schemeClr val="bg1"/>
                </a:solidFill>
                <a:latin typeface="Graphik" pitchFamily="2" charset="77"/>
                <a:cs typeface="Graphik" pitchFamily="2" charset="77"/>
              </a:rPr>
              <a:t>delivers</a:t>
            </a:r>
            <a:r>
              <a:rPr lang="es-ES" sz="3600">
                <a:solidFill>
                  <a:schemeClr val="bg1"/>
                </a:solidFill>
                <a:latin typeface="Graphik" pitchFamily="2" charset="77"/>
                <a:cs typeface="Graphik" pitchFamily="2" charset="77"/>
              </a:rPr>
              <a:t> 15% </a:t>
            </a:r>
            <a:r>
              <a:rPr lang="es-ES" sz="3600" err="1">
                <a:solidFill>
                  <a:schemeClr val="bg1"/>
                </a:solidFill>
                <a:latin typeface="Graphik" pitchFamily="2" charset="77"/>
                <a:cs typeface="Graphik" pitchFamily="2" charset="77"/>
              </a:rPr>
              <a:t>greater</a:t>
            </a:r>
            <a:r>
              <a:rPr lang="es-ES" sz="3600">
                <a:solidFill>
                  <a:schemeClr val="bg1"/>
                </a:solidFill>
                <a:latin typeface="Graphik" pitchFamily="2" charset="77"/>
                <a:cs typeface="Graphik" pitchFamily="2" charset="77"/>
              </a:rPr>
              <a:t> fuel </a:t>
            </a:r>
            <a:r>
              <a:rPr lang="es-ES" sz="3200" err="1">
                <a:solidFill>
                  <a:schemeClr val="bg1"/>
                </a:solidFill>
                <a:latin typeface="Graphik" pitchFamily="2" charset="77"/>
                <a:cs typeface="Graphik" pitchFamily="2" charset="77"/>
              </a:rPr>
              <a:t>efficiency</a:t>
            </a:r>
            <a:r>
              <a:rPr lang="es-ES" sz="3600">
                <a:solidFill>
                  <a:schemeClr val="bg1"/>
                </a:solidFill>
                <a:latin typeface="Graphik" pitchFamily="2" charset="77"/>
                <a:cs typeface="Graphik" pitchFamily="2" charset="77"/>
              </a:rPr>
              <a:t> and a 10% </a:t>
            </a:r>
            <a:r>
              <a:rPr lang="es-ES" sz="3600" err="1">
                <a:solidFill>
                  <a:schemeClr val="bg1"/>
                </a:solidFill>
                <a:latin typeface="Graphik" pitchFamily="2" charset="77"/>
                <a:cs typeface="Graphik" pitchFamily="2" charset="77"/>
              </a:rPr>
              <a:t>reduction</a:t>
            </a:r>
            <a:r>
              <a:rPr lang="es-ES" sz="3600">
                <a:solidFill>
                  <a:schemeClr val="bg1"/>
                </a:solidFill>
                <a:latin typeface="Graphik" pitchFamily="2" charset="77"/>
                <a:cs typeface="Graphik" pitchFamily="2" charset="77"/>
              </a:rPr>
              <a:t> in </a:t>
            </a:r>
            <a:r>
              <a:rPr lang="es-ES" sz="3600" err="1">
                <a:solidFill>
                  <a:schemeClr val="bg1"/>
                </a:solidFill>
                <a:latin typeface="Graphik" pitchFamily="2" charset="77"/>
                <a:cs typeface="Graphik" pitchFamily="2" charset="77"/>
              </a:rPr>
              <a:t>noise</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emissions</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setting</a:t>
            </a:r>
            <a:r>
              <a:rPr lang="es-ES" sz="3600">
                <a:solidFill>
                  <a:schemeClr val="bg1"/>
                </a:solidFill>
                <a:latin typeface="Graphik" pitchFamily="2" charset="77"/>
                <a:cs typeface="Graphik" pitchFamily="2" charset="77"/>
              </a:rPr>
              <a:t> a new standard </a:t>
            </a:r>
            <a:r>
              <a:rPr lang="es-ES" sz="3600" err="1">
                <a:solidFill>
                  <a:schemeClr val="bg1"/>
                </a:solidFill>
                <a:latin typeface="Graphik" pitchFamily="2" charset="77"/>
                <a:cs typeface="Graphik" pitchFamily="2" charset="77"/>
              </a:rPr>
              <a:t>for</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sustainable</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aviation</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technology</a:t>
            </a:r>
            <a:r>
              <a:rPr lang="es-ES" sz="3600">
                <a:solidFill>
                  <a:schemeClr val="bg1"/>
                </a:solidFill>
                <a:latin typeface="Graphik" pitchFamily="2" charset="77"/>
                <a:cs typeface="Graphik" pitchFamily="2" charset="77"/>
              </a:rPr>
              <a:t>.</a:t>
            </a:r>
          </a:p>
        </p:txBody>
      </p:sp>
      <p:sp>
        <p:nvSpPr>
          <p:cNvPr id="3" name="Marcador de texto 2">
            <a:extLst>
              <a:ext uri="{FF2B5EF4-FFF2-40B4-BE49-F238E27FC236}">
                <a16:creationId xmlns:a16="http://schemas.microsoft.com/office/drawing/2014/main" id="{032325A8-588F-283B-CAF7-DB06B0AA3EC3}"/>
              </a:ext>
            </a:extLst>
          </p:cNvPr>
          <p:cNvSpPr>
            <a:spLocks noGrp="1"/>
          </p:cNvSpPr>
          <p:nvPr>
            <p:ph type="body" sz="quarter" idx="14" hasCustomPrompt="1"/>
          </p:nvPr>
        </p:nvSpPr>
        <p:spPr>
          <a:xfrm>
            <a:off x="573088" y="4819597"/>
            <a:ext cx="1828468" cy="508209"/>
          </a:xfrm>
          <a:prstGeom prst="rect">
            <a:avLst/>
          </a:prstGeom>
        </p:spPr>
        <p:txBody>
          <a:bodyPr/>
          <a:lstStyle>
            <a:lvl1pPr marL="0" indent="0">
              <a:buNone/>
              <a:defRPr sz="1200" b="0" i="0">
                <a:solidFill>
                  <a:schemeClr val="bg1"/>
                </a:solidFill>
                <a:latin typeface="Arial" panose="020B0604020202020204" pitchFamily="34" charset="0"/>
                <a:cs typeface="Arial" panose="020B0604020202020204" pitchFamily="34" charset="0"/>
              </a:defRPr>
            </a:lvl1pPr>
          </a:lstStyle>
          <a:p>
            <a:pPr lvl="0"/>
            <a:r>
              <a:rPr lang="es-ES"/>
              <a:t>Lore </a:t>
            </a:r>
            <a:r>
              <a:rPr lang="es-ES" err="1"/>
              <a:t>ipsum</a:t>
            </a:r>
            <a:r>
              <a:rPr lang="es-ES"/>
              <a:t> dolor</a:t>
            </a:r>
          </a:p>
        </p:txBody>
      </p:sp>
      <p:sp>
        <p:nvSpPr>
          <p:cNvPr id="5" name="Marcador de texto 2">
            <a:extLst>
              <a:ext uri="{FF2B5EF4-FFF2-40B4-BE49-F238E27FC236}">
                <a16:creationId xmlns:a16="http://schemas.microsoft.com/office/drawing/2014/main" id="{1B445507-287E-63DA-0A64-DDB24DC5A2B9}"/>
              </a:ext>
            </a:extLst>
          </p:cNvPr>
          <p:cNvSpPr>
            <a:spLocks noGrp="1"/>
          </p:cNvSpPr>
          <p:nvPr>
            <p:ph type="body" sz="quarter" idx="15" hasCustomPrompt="1"/>
          </p:nvPr>
        </p:nvSpPr>
        <p:spPr>
          <a:xfrm>
            <a:off x="3205755" y="4819597"/>
            <a:ext cx="3235237" cy="508209"/>
          </a:xfrm>
          <a:prstGeom prst="rect">
            <a:avLst/>
          </a:prstGeom>
        </p:spPr>
        <p:txBody>
          <a:bodyPr/>
          <a:lstStyle>
            <a:lvl1pPr marL="0" indent="0">
              <a:buNone/>
              <a:defRPr sz="1200" b="0" i="0">
                <a:solidFill>
                  <a:schemeClr val="bg1"/>
                </a:solidFill>
                <a:latin typeface="Arial" panose="020B0604020202020204" pitchFamily="34" charset="0"/>
                <a:cs typeface="Arial" panose="020B0604020202020204" pitchFamily="34" charset="0"/>
              </a:defRPr>
            </a:lvl1pPr>
          </a:lstStyle>
          <a:p>
            <a:pPr>
              <a:defRPr/>
            </a:pPr>
            <a:r>
              <a:rPr kumimoji="0" lang="es-ES" sz="1200" b="0" i="0" u="none" strike="noStrike" kern="1200" cap="none" spc="0" normalizeH="0" baseline="0" noProof="0">
                <a:ln>
                  <a:noFill/>
                </a:ln>
                <a:effectLst/>
                <a:uLnTx/>
                <a:uFillTx/>
                <a:latin typeface="Graphik" pitchFamily="2" charset="77"/>
                <a:ea typeface="+mn-ea"/>
                <a:cs typeface="Graphik" pitchFamily="2" charset="77"/>
              </a:rPr>
              <a:t>Text </a:t>
            </a:r>
            <a:r>
              <a:rPr kumimoji="0" lang="es-ES" sz="1200" b="0" i="0" u="none" strike="noStrike" kern="1200" cap="none" spc="0" normalizeH="0" baseline="0" noProof="0" err="1">
                <a:ln>
                  <a:noFill/>
                </a:ln>
                <a:effectLst/>
                <a:uLnTx/>
                <a:uFillTx/>
                <a:latin typeface="Graphik" pitchFamily="2" charset="77"/>
                <a:ea typeface="+mn-ea"/>
                <a:cs typeface="Graphik" pitchFamily="2" charset="77"/>
              </a:rPr>
              <a:t>of</a:t>
            </a:r>
            <a:r>
              <a:rPr kumimoji="0" lang="es-ES" sz="1200" b="0" i="0" u="none" strike="noStrike" kern="1200" cap="none" spc="0" normalizeH="0" baseline="0" noProof="0">
                <a:ln>
                  <a:noFill/>
                </a:ln>
                <a:effectLst/>
                <a:uLnTx/>
                <a:uFillTx/>
                <a:latin typeface="Graphik" pitchFamily="2" charset="77"/>
                <a:ea typeface="+mn-ea"/>
                <a:cs typeface="Graphik" pitchFamily="2" charset="77"/>
              </a:rPr>
              <a:t> </a:t>
            </a:r>
            <a:r>
              <a:rPr kumimoji="0" lang="es-ES" sz="1200" b="0" i="0" u="none" strike="noStrike" kern="1200" cap="none" spc="0" normalizeH="0" baseline="0" noProof="0" err="1">
                <a:ln>
                  <a:noFill/>
                </a:ln>
                <a:effectLst/>
                <a:uLnTx/>
                <a:uFillTx/>
                <a:latin typeface="Graphik" pitchFamily="2" charset="77"/>
                <a:ea typeface="+mn-ea"/>
                <a:cs typeface="Graphik" pitchFamily="2" charset="77"/>
              </a:rPr>
              <a:t>example</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bringing</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the</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best</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of</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our</a:t>
            </a:r>
            <a:r>
              <a:rPr kumimoji="0" lang="es-ES" sz="1200" b="0" i="0" u="none" strike="noStrike" kern="1200" cap="none" spc="0" normalizeH="0" baseline="0" noProof="0">
                <a:ln>
                  <a:noFill/>
                </a:ln>
                <a:effectLst/>
                <a:uLnTx/>
                <a:uFillTx/>
                <a:latin typeface="Graphik" panose="020B0503030202060203" pitchFamily="34" charset="77"/>
                <a:ea typeface="+mn-ea"/>
                <a:cs typeface="+mn-cs"/>
              </a:rPr>
              <a:t> innovative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spirit</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and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generating</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shared</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value</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along</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the</a:t>
            </a:r>
            <a:r>
              <a:rPr kumimoji="0" lang="es-ES" sz="1200" b="0" i="0" u="none" strike="noStrike" kern="1200" cap="none" spc="0" normalizeH="0" baseline="0" noProof="0">
                <a:ln>
                  <a:noFill/>
                </a:ln>
                <a:effectLst/>
                <a:uLnTx/>
                <a:uFillTx/>
                <a:latin typeface="Graphik" panose="020B0503030202060203" pitchFamily="34" charset="77"/>
                <a:ea typeface="+mn-ea"/>
                <a:cs typeface="+mn-cs"/>
              </a:rPr>
              <a:t> bar in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aviation</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Every</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day</a:t>
            </a:r>
            <a:r>
              <a:rPr kumimoji="0" lang="es-ES" sz="1200" b="0" i="0" u="none" strike="noStrike" kern="1200" cap="none" spc="0" normalizeH="0" baseline="0" noProof="0">
                <a:ln>
                  <a:noFill/>
                </a:ln>
                <a:effectLst/>
                <a:uLnTx/>
                <a:uFillTx/>
                <a:latin typeface="Graphik" panose="020B0503030202060203" pitchFamily="34" charset="77"/>
                <a:ea typeface="+mn-ea"/>
                <a:cs typeface="+mn-cs"/>
              </a:rPr>
              <a:t>.</a:t>
            </a:r>
          </a:p>
        </p:txBody>
      </p:sp>
      <p:pic>
        <p:nvPicPr>
          <p:cNvPr id="8" name="Imagen 1">
            <a:extLst>
              <a:ext uri="{FF2B5EF4-FFF2-40B4-BE49-F238E27FC236}">
                <a16:creationId xmlns:a16="http://schemas.microsoft.com/office/drawing/2014/main" id="{A141AC08-FC49-1D9C-9E42-C0A9078F6DDD}"/>
              </a:ext>
            </a:extLst>
          </p:cNvPr>
          <p:cNvPicPr/>
          <p:nvPr userDrawn="1"/>
        </p:nvPicPr>
        <p:blipFill>
          <a:blip r:embed="rId2"/>
          <a:stretch>
            <a:fillRect/>
          </a:stretch>
        </p:blipFill>
        <p:spPr>
          <a:xfrm>
            <a:off x="653742" y="6320455"/>
            <a:ext cx="663716" cy="293070"/>
          </a:xfrm>
          <a:prstGeom prst="rect">
            <a:avLst/>
          </a:prstGeom>
        </p:spPr>
      </p:pic>
    </p:spTree>
    <p:extLst>
      <p:ext uri="{BB962C8B-B14F-4D97-AF65-F5344CB8AC3E}">
        <p14:creationId xmlns:p14="http://schemas.microsoft.com/office/powerpoint/2010/main" val="187053220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53_Big Text Blue">
    <p:bg>
      <p:bgPr>
        <a:solidFill>
          <a:srgbClr val="0042ED"/>
        </a:solidFill>
        <a:effectLst/>
      </p:bgPr>
    </p:bg>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1"/>
                </a:solidFill>
              </a:defRPr>
            </a:lvl1p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1"/>
                </a:solidFill>
              </a:defRPr>
            </a:lvl1pPr>
          </a:lstStyle>
          <a:p>
            <a:fld id="{FF2CED2D-DE01-CB40-AEF5-C9DD7CD06225}" type="slidenum">
              <a:rPr lang="es-ES" smtClean="0"/>
              <a:pPr/>
              <a:t>‹Nº›</a:t>
            </a:fld>
            <a:endParaRPr lang="es-ES"/>
          </a:p>
        </p:txBody>
      </p:sp>
      <p:sp>
        <p:nvSpPr>
          <p:cNvPr id="12" name="Marcador de texto 11">
            <a:extLst>
              <a:ext uri="{FF2B5EF4-FFF2-40B4-BE49-F238E27FC236}">
                <a16:creationId xmlns:a16="http://schemas.microsoft.com/office/drawing/2014/main" id="{5B6CD483-E60B-0290-5D53-729D2FC832ED}"/>
              </a:ext>
            </a:extLst>
          </p:cNvPr>
          <p:cNvSpPr>
            <a:spLocks noGrp="1"/>
          </p:cNvSpPr>
          <p:nvPr>
            <p:ph type="body" sz="quarter" idx="13" hasCustomPrompt="1"/>
          </p:nvPr>
        </p:nvSpPr>
        <p:spPr>
          <a:xfrm>
            <a:off x="653742" y="677957"/>
            <a:ext cx="10620375" cy="4491823"/>
          </a:xfrm>
          <a:prstGeom prst="rect">
            <a:avLst/>
          </a:prstGeom>
        </p:spPr>
        <p:txBody>
          <a:bodyPr anchor="t"/>
          <a:lstStyle>
            <a:lvl1pPr marL="0" indent="0">
              <a:buNone/>
              <a:defRPr sz="4800" b="0" i="0">
                <a:solidFill>
                  <a:schemeClr val="bg1"/>
                </a:solidFill>
                <a:latin typeface="Arial" panose="020B0604020202020204" pitchFamily="34" charset="0"/>
                <a:cs typeface="Arial" panose="020B0604020202020204" pitchFamily="34" charset="0"/>
              </a:defRPr>
            </a:lvl1pPr>
          </a:lstStyle>
          <a:p>
            <a:r>
              <a:rPr lang="es-ES" sz="4800">
                <a:solidFill>
                  <a:schemeClr val="bg1"/>
                </a:solidFill>
                <a:latin typeface="Graphik" pitchFamily="2" charset="77"/>
                <a:cs typeface="Graphik" pitchFamily="2" charset="77"/>
              </a:rPr>
              <a:t>"</a:t>
            </a:r>
            <a:r>
              <a:rPr lang="es-ES" sz="4800" err="1">
                <a:solidFill>
                  <a:schemeClr val="bg1"/>
                </a:solidFill>
                <a:latin typeface="Graphik" pitchFamily="2" charset="77"/>
                <a:cs typeface="Graphik" pitchFamily="2" charset="77"/>
              </a:rPr>
              <a:t>Work</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on</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the</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most</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impactful</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team</a:t>
            </a:r>
            <a:r>
              <a:rPr lang="es-ES" sz="4800">
                <a:solidFill>
                  <a:schemeClr val="bg1"/>
                </a:solidFill>
                <a:latin typeface="Graphik" pitchFamily="2" charset="77"/>
                <a:cs typeface="Graphik" pitchFamily="2" charset="77"/>
              </a:rPr>
              <a:t> in </a:t>
            </a:r>
            <a:r>
              <a:rPr lang="es-ES" sz="4800" err="1">
                <a:solidFill>
                  <a:schemeClr val="bg1"/>
                </a:solidFill>
                <a:latin typeface="Graphik" pitchFamily="2" charset="77"/>
                <a:cs typeface="Graphik" pitchFamily="2" charset="77"/>
              </a:rPr>
              <a:t>the</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industry</a:t>
            </a:r>
            <a:r>
              <a:rPr lang="es-ES" sz="4800">
                <a:solidFill>
                  <a:schemeClr val="bg1"/>
                </a:solidFill>
                <a:latin typeface="Graphik" pitchFamily="2" charset="77"/>
                <a:cs typeface="Graphik" pitchFamily="2" charset="77"/>
              </a:rPr>
              <a:t> and </a:t>
            </a:r>
            <a:r>
              <a:rPr lang="es-ES" sz="4800" err="1">
                <a:solidFill>
                  <a:schemeClr val="bg1"/>
                </a:solidFill>
                <a:latin typeface="Graphik" pitchFamily="2" charset="77"/>
                <a:cs typeface="Graphik" pitchFamily="2" charset="77"/>
              </a:rPr>
              <a:t>best</a:t>
            </a:r>
            <a:r>
              <a:rPr lang="es-ES" sz="4800">
                <a:solidFill>
                  <a:schemeClr val="bg1"/>
                </a:solidFill>
                <a:latin typeface="Graphik" pitchFamily="2" charset="77"/>
                <a:cs typeface="Graphik" pitchFamily="2" charset="77"/>
              </a:rPr>
              <a:t> place </a:t>
            </a:r>
            <a:r>
              <a:rPr lang="es-ES" sz="4800" err="1">
                <a:solidFill>
                  <a:schemeClr val="bg1"/>
                </a:solidFill>
                <a:latin typeface="Graphik" pitchFamily="2" charset="77"/>
                <a:cs typeface="Graphik" pitchFamily="2" charset="77"/>
              </a:rPr>
              <a:t>to</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accelerate</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your</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career</a:t>
            </a:r>
            <a:r>
              <a:rPr lang="es-ES" sz="4800">
                <a:solidFill>
                  <a:schemeClr val="bg1"/>
                </a:solidFill>
                <a:latin typeface="Graphik" pitchFamily="2" charset="77"/>
                <a:cs typeface="Graphik" pitchFamily="2" charset="77"/>
              </a:rPr>
              <a:t>.</a:t>
            </a:r>
            <a:br>
              <a:rPr lang="es-ES" sz="4800">
                <a:solidFill>
                  <a:schemeClr val="bg1"/>
                </a:solidFill>
                <a:latin typeface="Graphik" pitchFamily="2" charset="77"/>
                <a:cs typeface="Graphik" pitchFamily="2" charset="77"/>
              </a:rPr>
            </a:br>
            <a:r>
              <a:rPr lang="es-ES" sz="4800" err="1">
                <a:solidFill>
                  <a:schemeClr val="bg1"/>
                </a:solidFill>
                <a:latin typeface="Graphik" pitchFamily="2" charset="77"/>
                <a:cs typeface="Graphik" pitchFamily="2" charset="77"/>
              </a:rPr>
              <a:t>Better</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engineering</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to</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create</a:t>
            </a:r>
            <a:r>
              <a:rPr lang="es-ES" sz="4800">
                <a:solidFill>
                  <a:schemeClr val="bg1"/>
                </a:solidFill>
                <a:latin typeface="Graphik" pitchFamily="2" charset="77"/>
                <a:cs typeface="Graphik" pitchFamily="2" charset="77"/>
              </a:rPr>
              <a:t> innovative </a:t>
            </a:r>
            <a:r>
              <a:rPr lang="es-ES" sz="4800" err="1">
                <a:solidFill>
                  <a:schemeClr val="bg1"/>
                </a:solidFill>
                <a:latin typeface="Graphik" pitchFamily="2" charset="77"/>
                <a:cs typeface="Graphik" pitchFamily="2" charset="77"/>
              </a:rPr>
              <a:t>products</a:t>
            </a:r>
            <a:r>
              <a:rPr lang="es-ES" sz="4800">
                <a:solidFill>
                  <a:schemeClr val="bg1"/>
                </a:solidFill>
                <a:latin typeface="Graphik" pitchFamily="2" charset="77"/>
                <a:cs typeface="Graphik" pitchFamily="2" charset="77"/>
              </a:rPr>
              <a:t> and </a:t>
            </a:r>
            <a:r>
              <a:rPr lang="es-ES" sz="4800" err="1">
                <a:solidFill>
                  <a:schemeClr val="bg1"/>
                </a:solidFill>
                <a:latin typeface="Graphik" pitchFamily="2" charset="77"/>
                <a:cs typeface="Graphik" pitchFamily="2" charset="77"/>
              </a:rPr>
              <a:t>solutions</a:t>
            </a:r>
            <a:r>
              <a:rPr lang="es-ES" sz="4800">
                <a:solidFill>
                  <a:schemeClr val="bg1"/>
                </a:solidFill>
                <a:latin typeface="Graphik" pitchFamily="2" charset="77"/>
                <a:cs typeface="Graphik" pitchFamily="2" charset="77"/>
              </a:rPr>
              <a:t>."</a:t>
            </a:r>
          </a:p>
        </p:txBody>
      </p:sp>
      <p:pic>
        <p:nvPicPr>
          <p:cNvPr id="3" name="Imagen 1">
            <a:extLst>
              <a:ext uri="{FF2B5EF4-FFF2-40B4-BE49-F238E27FC236}">
                <a16:creationId xmlns:a16="http://schemas.microsoft.com/office/drawing/2014/main" id="{EDBCF473-2418-A7CD-5A68-8CAA7943EA86}"/>
              </a:ext>
            </a:extLst>
          </p:cNvPr>
          <p:cNvPicPr/>
          <p:nvPr userDrawn="1"/>
        </p:nvPicPr>
        <p:blipFill>
          <a:blip r:embed="rId2"/>
          <a:stretch>
            <a:fillRect/>
          </a:stretch>
        </p:blipFill>
        <p:spPr>
          <a:xfrm>
            <a:off x="653742" y="6320455"/>
            <a:ext cx="663716" cy="293070"/>
          </a:xfrm>
          <a:prstGeom prst="rect">
            <a:avLst/>
          </a:prstGeom>
        </p:spPr>
      </p:pic>
    </p:spTree>
    <p:extLst>
      <p:ext uri="{BB962C8B-B14F-4D97-AF65-F5344CB8AC3E}">
        <p14:creationId xmlns:p14="http://schemas.microsoft.com/office/powerpoint/2010/main" val="410286054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60_Big Text Black">
    <p:bg>
      <p:bgPr>
        <a:solidFill>
          <a:schemeClr val="tx1"/>
        </a:solidFill>
        <a:effectLst/>
      </p:bgPr>
    </p:bg>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1"/>
                </a:solidFill>
              </a:defRPr>
            </a:lvl1p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1"/>
                </a:solidFill>
              </a:defRPr>
            </a:lvl1pPr>
          </a:lstStyle>
          <a:p>
            <a:fld id="{FF2CED2D-DE01-CB40-AEF5-C9DD7CD06225}" type="slidenum">
              <a:rPr lang="es-ES" smtClean="0"/>
              <a:pPr/>
              <a:t>‹Nº›</a:t>
            </a:fld>
            <a:endParaRPr lang="es-ES"/>
          </a:p>
        </p:txBody>
      </p:sp>
      <p:pic>
        <p:nvPicPr>
          <p:cNvPr id="3" name="Imagen 1">
            <a:extLst>
              <a:ext uri="{FF2B5EF4-FFF2-40B4-BE49-F238E27FC236}">
                <a16:creationId xmlns:a16="http://schemas.microsoft.com/office/drawing/2014/main" id="{83063D65-F2CC-65DD-056F-5ED5F808AF37}"/>
              </a:ext>
            </a:extLst>
          </p:cNvPr>
          <p:cNvPicPr/>
          <p:nvPr userDrawn="1"/>
        </p:nvPicPr>
        <p:blipFill>
          <a:blip r:embed="rId2"/>
          <a:stretch>
            <a:fillRect/>
          </a:stretch>
        </p:blipFill>
        <p:spPr>
          <a:xfrm>
            <a:off x="653742" y="6320455"/>
            <a:ext cx="663716" cy="293070"/>
          </a:xfrm>
          <a:prstGeom prst="rect">
            <a:avLst/>
          </a:prstGeom>
        </p:spPr>
      </p:pic>
      <p:sp>
        <p:nvSpPr>
          <p:cNvPr id="2" name="Marcador de texto 16">
            <a:extLst>
              <a:ext uri="{FF2B5EF4-FFF2-40B4-BE49-F238E27FC236}">
                <a16:creationId xmlns:a16="http://schemas.microsoft.com/office/drawing/2014/main" id="{9D5D7F0E-4406-61CF-8CFC-21253C29D33C}"/>
              </a:ext>
            </a:extLst>
          </p:cNvPr>
          <p:cNvSpPr>
            <a:spLocks noGrp="1"/>
          </p:cNvSpPr>
          <p:nvPr>
            <p:ph type="body" sz="quarter" idx="16" hasCustomPrompt="1"/>
          </p:nvPr>
        </p:nvSpPr>
        <p:spPr>
          <a:xfrm>
            <a:off x="6718734" y="2587043"/>
            <a:ext cx="4365825" cy="1874518"/>
          </a:xfrm>
          <a:prstGeom prst="rect">
            <a:avLst/>
          </a:prstGeom>
        </p:spPr>
        <p:txBody>
          <a:bodyPr/>
          <a:lstStyle>
            <a:lvl1pPr marL="0" indent="0">
              <a:buNone/>
              <a:defRPr sz="1400" b="0" i="0">
                <a:solidFill>
                  <a:schemeClr val="bg1"/>
                </a:solidFill>
                <a:latin typeface="Arial" panose="020B0604020202020204" pitchFamily="34" charset="0"/>
                <a:cs typeface="Arial" panose="020B0604020202020204" pitchFamily="34" charset="0"/>
              </a:defRPr>
            </a:lvl1pPr>
          </a:lstStyle>
          <a:p>
            <a:r>
              <a:rPr lang="es-ES" sz="1400" err="1">
                <a:latin typeface="Graphik" panose="020B0503030202060203" pitchFamily="34" charset="77"/>
              </a:rPr>
              <a:t>Lorem</a:t>
            </a:r>
            <a:r>
              <a:rPr lang="es-ES" sz="1400">
                <a:latin typeface="Graphik" panose="020B0503030202060203" pitchFamily="34" charset="77"/>
              </a:rPr>
              <a:t> </a:t>
            </a:r>
            <a:r>
              <a:rPr lang="es-ES" sz="1400" err="1">
                <a:latin typeface="Graphik" panose="020B0503030202060203" pitchFamily="34" charset="77"/>
              </a:rPr>
              <a:t>ipsum</a:t>
            </a:r>
            <a:r>
              <a:rPr lang="es-ES" sz="1400">
                <a:latin typeface="Graphik" panose="020B0503030202060203" pitchFamily="34" charset="77"/>
              </a:rPr>
              <a:t> dolor </a:t>
            </a:r>
            <a:r>
              <a:rPr lang="es-ES" sz="1400" err="1">
                <a:latin typeface="Graphik" panose="020B0503030202060203" pitchFamily="34" charset="77"/>
              </a:rPr>
              <a:t>sit</a:t>
            </a:r>
            <a:r>
              <a:rPr lang="es-ES" sz="1400">
                <a:latin typeface="Graphik" panose="020B0503030202060203" pitchFamily="34" charset="77"/>
              </a:rPr>
              <a:t> </a:t>
            </a:r>
            <a:r>
              <a:rPr lang="es-ES" sz="1400" err="1">
                <a:latin typeface="Graphik" panose="020B0503030202060203" pitchFamily="34" charset="77"/>
              </a:rPr>
              <a:t>amet</a:t>
            </a:r>
            <a:r>
              <a:rPr lang="es-ES" sz="1400">
                <a:latin typeface="Graphik" panose="020B0503030202060203" pitchFamily="34" charset="77"/>
              </a:rPr>
              <a:t>, </a:t>
            </a:r>
            <a:r>
              <a:rPr lang="es-ES" sz="1400" err="1">
                <a:latin typeface="Graphik" panose="020B0503030202060203" pitchFamily="34" charset="77"/>
              </a:rPr>
              <a:t>consectetuer</a:t>
            </a:r>
            <a:r>
              <a:rPr lang="es-ES" sz="1400">
                <a:latin typeface="Graphik" panose="020B0503030202060203" pitchFamily="34" charset="77"/>
              </a:rPr>
              <a:t> </a:t>
            </a:r>
            <a:r>
              <a:rPr lang="es-ES" sz="1400" err="1">
                <a:latin typeface="Graphik" panose="020B0503030202060203" pitchFamily="34" charset="77"/>
              </a:rPr>
              <a:t>adipiscing</a:t>
            </a:r>
            <a:r>
              <a:rPr lang="es-ES" sz="1400">
                <a:latin typeface="Graphik" panose="020B0503030202060203" pitchFamily="34" charset="77"/>
              </a:rPr>
              <a:t> </a:t>
            </a:r>
            <a:r>
              <a:rPr lang="es-ES" sz="1400" err="1">
                <a:latin typeface="Graphik" panose="020B0503030202060203" pitchFamily="34" charset="77"/>
              </a:rPr>
              <a:t>elit</a:t>
            </a:r>
            <a:r>
              <a:rPr lang="es-ES" sz="1400">
                <a:latin typeface="Graphik" panose="020B0503030202060203" pitchFamily="34" charset="77"/>
              </a:rPr>
              <a:t>, sed </a:t>
            </a:r>
            <a:r>
              <a:rPr lang="es-ES" sz="1400" err="1">
                <a:latin typeface="Graphik" panose="020B0503030202060203" pitchFamily="34" charset="77"/>
              </a:rPr>
              <a:t>diam</a:t>
            </a:r>
            <a:r>
              <a:rPr lang="es-ES" sz="1400">
                <a:latin typeface="Graphik" panose="020B0503030202060203" pitchFamily="34" charset="77"/>
              </a:rPr>
              <a:t> </a:t>
            </a:r>
            <a:r>
              <a:rPr lang="es-ES" sz="1400" err="1">
                <a:latin typeface="Graphik" panose="020B0503030202060203" pitchFamily="34" charset="77"/>
              </a:rPr>
              <a:t>nonummy</a:t>
            </a:r>
            <a:r>
              <a:rPr lang="es-ES" sz="1400">
                <a:latin typeface="Graphik" panose="020B0503030202060203" pitchFamily="34" charset="77"/>
              </a:rPr>
              <a:t> </a:t>
            </a:r>
            <a:r>
              <a:rPr lang="es-ES" sz="1400" err="1">
                <a:latin typeface="Graphik" panose="020B0503030202060203" pitchFamily="34" charset="77"/>
              </a:rPr>
              <a:t>nibh</a:t>
            </a:r>
            <a:r>
              <a:rPr lang="es-ES" sz="1400">
                <a:latin typeface="Graphik" panose="020B0503030202060203" pitchFamily="34" charset="77"/>
              </a:rPr>
              <a:t> </a:t>
            </a:r>
            <a:r>
              <a:rPr lang="es-ES" sz="1400" err="1">
                <a:latin typeface="Graphik" panose="020B0503030202060203" pitchFamily="34" charset="77"/>
              </a:rPr>
              <a:t>euismod</a:t>
            </a:r>
            <a:r>
              <a:rPr lang="es-ES" sz="1400">
                <a:latin typeface="Graphik" panose="020B0503030202060203" pitchFamily="34" charset="77"/>
              </a:rPr>
              <a:t> </a:t>
            </a:r>
            <a:r>
              <a:rPr lang="es-ES" sz="1400" err="1">
                <a:latin typeface="Graphik" panose="020B0503030202060203" pitchFamily="34" charset="77"/>
              </a:rPr>
              <a:t>tincidunt</a:t>
            </a:r>
            <a:r>
              <a:rPr lang="es-ES" sz="1400">
                <a:latin typeface="Graphik" panose="020B0503030202060203" pitchFamily="34" charset="77"/>
              </a:rPr>
              <a:t> ut </a:t>
            </a:r>
            <a:r>
              <a:rPr lang="es-ES" sz="1400" err="1">
                <a:latin typeface="Graphik" panose="020B0503030202060203" pitchFamily="34" charset="77"/>
              </a:rPr>
              <a:t>aliquam</a:t>
            </a:r>
            <a:r>
              <a:rPr lang="es-ES" sz="1400">
                <a:latin typeface="Graphik" panose="020B0503030202060203" pitchFamily="34" charset="77"/>
              </a:rPr>
              <a:t> </a:t>
            </a:r>
            <a:r>
              <a:rPr lang="es-ES" sz="1400" err="1">
                <a:latin typeface="Graphik" panose="020B0503030202060203" pitchFamily="34" charset="77"/>
              </a:rPr>
              <a:t>volutpat</a:t>
            </a:r>
            <a:r>
              <a:rPr lang="es-ES" sz="1400">
                <a:latin typeface="Graphik" panose="020B0503030202060203" pitchFamily="34" charset="77"/>
              </a:rPr>
              <a:t> </a:t>
            </a:r>
            <a:r>
              <a:rPr lang="es-ES" sz="1400" err="1">
                <a:latin typeface="Graphik" panose="020B0503030202060203" pitchFamily="34" charset="77"/>
              </a:rPr>
              <a:t>laoreet</a:t>
            </a:r>
            <a:r>
              <a:rPr lang="es-ES" sz="1400">
                <a:latin typeface="Graphik" panose="020B0503030202060203" pitchFamily="34" charset="77"/>
              </a:rPr>
              <a:t> </a:t>
            </a:r>
            <a:r>
              <a:rPr lang="es-ES" sz="1400" err="1">
                <a:latin typeface="Graphik" panose="020B0503030202060203" pitchFamily="34" charset="77"/>
              </a:rPr>
              <a:t>dolore</a:t>
            </a:r>
            <a:r>
              <a:rPr lang="es-ES" sz="1400">
                <a:latin typeface="Graphik" panose="020B0503030202060203" pitchFamily="34" charset="77"/>
              </a:rPr>
              <a:t> magna </a:t>
            </a:r>
            <a:r>
              <a:rPr lang="es-ES" sz="1400" err="1">
                <a:latin typeface="Graphik" panose="020B0503030202060203" pitchFamily="34" charset="77"/>
              </a:rPr>
              <a:t>aliquam</a:t>
            </a:r>
            <a:r>
              <a:rPr lang="es-ES" sz="1400">
                <a:latin typeface="Graphik" panose="020B0503030202060203" pitchFamily="34" charset="77"/>
              </a:rPr>
              <a:t> </a:t>
            </a:r>
            <a:r>
              <a:rPr lang="es-ES" sz="1400" err="1">
                <a:latin typeface="Graphik" panose="020B0503030202060203" pitchFamily="34" charset="77"/>
              </a:rPr>
              <a:t>volutpat</a:t>
            </a:r>
            <a:r>
              <a:rPr lang="es-ES" sz="1400">
                <a:latin typeface="Graphik" panose="020B0503030202060203" pitchFamily="34" charset="77"/>
              </a:rPr>
              <a:t>.</a:t>
            </a:r>
            <a:endParaRPr lang="es-ES"/>
          </a:p>
        </p:txBody>
      </p:sp>
      <p:sp>
        <p:nvSpPr>
          <p:cNvPr id="8" name="Marcador de texto 2">
            <a:extLst>
              <a:ext uri="{FF2B5EF4-FFF2-40B4-BE49-F238E27FC236}">
                <a16:creationId xmlns:a16="http://schemas.microsoft.com/office/drawing/2014/main" id="{F5329F62-712C-E477-9A38-817CB42A5E4F}"/>
              </a:ext>
            </a:extLst>
          </p:cNvPr>
          <p:cNvSpPr>
            <a:spLocks noGrp="1"/>
          </p:cNvSpPr>
          <p:nvPr>
            <p:ph type="body" sz="quarter" idx="20" hasCustomPrompt="1"/>
          </p:nvPr>
        </p:nvSpPr>
        <p:spPr>
          <a:xfrm>
            <a:off x="555308" y="354385"/>
            <a:ext cx="5934944" cy="4107176"/>
          </a:xfrm>
          <a:prstGeom prst="rect">
            <a:avLst/>
          </a:prstGeom>
        </p:spPr>
        <p:txBody>
          <a:bodyPr anchor="b"/>
          <a:lstStyle>
            <a:lvl1pPr marL="0" indent="0">
              <a:lnSpc>
                <a:spcPts val="14000"/>
              </a:lnSpc>
              <a:buNone/>
              <a:defRPr sz="15000" b="1" i="0">
                <a:solidFill>
                  <a:schemeClr val="bg1"/>
                </a:solidFill>
                <a:latin typeface="Arial Narrow" panose="020B0604020202020204" pitchFamily="34" charset="0"/>
                <a:cs typeface="Graphik Medium" pitchFamily="2" charset="77"/>
              </a:defRPr>
            </a:lvl1pPr>
          </a:lstStyle>
          <a:p>
            <a:pPr lvl="0"/>
            <a:r>
              <a:rPr lang="es-ES"/>
              <a:t>T700</a:t>
            </a:r>
          </a:p>
          <a:p>
            <a:pPr lvl="0"/>
            <a:r>
              <a:rPr lang="es-ES"/>
              <a:t>SERIES</a:t>
            </a:r>
          </a:p>
        </p:txBody>
      </p:sp>
      <p:sp>
        <p:nvSpPr>
          <p:cNvPr id="9" name="Marcador de texto 3">
            <a:extLst>
              <a:ext uri="{FF2B5EF4-FFF2-40B4-BE49-F238E27FC236}">
                <a16:creationId xmlns:a16="http://schemas.microsoft.com/office/drawing/2014/main" id="{86A9D47F-8028-A922-441B-55FA0A4CDF71}"/>
              </a:ext>
            </a:extLst>
          </p:cNvPr>
          <p:cNvSpPr>
            <a:spLocks noGrp="1"/>
          </p:cNvSpPr>
          <p:nvPr>
            <p:ph type="body" sz="quarter" idx="21" hasCustomPrompt="1"/>
          </p:nvPr>
        </p:nvSpPr>
        <p:spPr>
          <a:xfrm>
            <a:off x="555308" y="5200705"/>
            <a:ext cx="990600" cy="251460"/>
          </a:xfrm>
          <a:prstGeom prst="rect">
            <a:avLst/>
          </a:prstGeom>
        </p:spPr>
        <p:txBody>
          <a:bodyPr/>
          <a:lstStyle>
            <a:lvl1pPr marL="0" indent="0">
              <a:buNone/>
              <a:defRPr sz="1200" b="0" i="0">
                <a:solidFill>
                  <a:schemeClr val="bg1"/>
                </a:solidFill>
                <a:latin typeface="Arial" panose="020B0604020202020204" pitchFamily="34" charset="0"/>
                <a:cs typeface="Arial" panose="020B0604020202020204" pitchFamily="34" charset="0"/>
              </a:defRPr>
            </a:lvl1pPr>
          </a:lstStyle>
          <a:p>
            <a:pPr lvl="0"/>
            <a:r>
              <a:rPr lang="es-ES"/>
              <a:t>Lore </a:t>
            </a:r>
            <a:r>
              <a:rPr lang="es-ES" err="1"/>
              <a:t>ipsum</a:t>
            </a:r>
            <a:endParaRPr lang="es-ES"/>
          </a:p>
        </p:txBody>
      </p:sp>
      <p:sp>
        <p:nvSpPr>
          <p:cNvPr id="10" name="Marcador de texto 3">
            <a:extLst>
              <a:ext uri="{FF2B5EF4-FFF2-40B4-BE49-F238E27FC236}">
                <a16:creationId xmlns:a16="http://schemas.microsoft.com/office/drawing/2014/main" id="{45640FAE-6F36-33C8-644D-80AB7F478F30}"/>
              </a:ext>
            </a:extLst>
          </p:cNvPr>
          <p:cNvSpPr>
            <a:spLocks noGrp="1"/>
          </p:cNvSpPr>
          <p:nvPr>
            <p:ph type="body" sz="quarter" idx="22" hasCustomPrompt="1"/>
          </p:nvPr>
        </p:nvSpPr>
        <p:spPr>
          <a:xfrm>
            <a:off x="3877628" y="5200705"/>
            <a:ext cx="2444432" cy="769620"/>
          </a:xfrm>
          <a:prstGeom prst="rect">
            <a:avLst/>
          </a:prstGeom>
        </p:spPr>
        <p:txBody>
          <a:bodyPr/>
          <a:lstStyle>
            <a:lvl1pPr marL="0" indent="0">
              <a:buNone/>
              <a:defRPr sz="1200" b="0" i="0">
                <a:solidFill>
                  <a:schemeClr val="bg1"/>
                </a:solidFill>
                <a:latin typeface="Arial" panose="020B0604020202020204" pitchFamily="34" charset="0"/>
                <a:cs typeface="Arial" panose="020B0604020202020204" pitchFamily="34" charset="0"/>
              </a:defRPr>
            </a:lvl1pPr>
          </a:lstStyle>
          <a:p>
            <a:pPr lvl="0"/>
            <a:r>
              <a:rPr lang="es-ES" sz="1200" err="1">
                <a:latin typeface="Graphik" panose="020B0503030202060203" pitchFamily="34" charset="77"/>
              </a:rPr>
              <a:t>Lorem</a:t>
            </a:r>
            <a:r>
              <a:rPr lang="es-ES" sz="1200">
                <a:latin typeface="Graphik" panose="020B0503030202060203" pitchFamily="34" charset="77"/>
              </a:rPr>
              <a:t> </a:t>
            </a:r>
            <a:r>
              <a:rPr lang="es-ES" sz="1200" err="1">
                <a:latin typeface="Graphik" panose="020B0503030202060203" pitchFamily="34" charset="77"/>
              </a:rPr>
              <a:t>ipsum</a:t>
            </a:r>
            <a:r>
              <a:rPr lang="es-ES" sz="1200">
                <a:latin typeface="Graphik" panose="020B0503030202060203" pitchFamily="34" charset="77"/>
              </a:rPr>
              <a:t> dolor </a:t>
            </a:r>
            <a:r>
              <a:rPr lang="es-ES" sz="1200" err="1">
                <a:latin typeface="Graphik" panose="020B0503030202060203" pitchFamily="34" charset="77"/>
              </a:rPr>
              <a:t>sit</a:t>
            </a:r>
            <a:r>
              <a:rPr lang="es-ES" sz="1200">
                <a:latin typeface="Graphik" panose="020B0503030202060203" pitchFamily="34" charset="77"/>
              </a:rPr>
              <a:t> </a:t>
            </a:r>
            <a:r>
              <a:rPr lang="es-ES" sz="1200" err="1">
                <a:latin typeface="Graphik" panose="020B0503030202060203" pitchFamily="34" charset="77"/>
              </a:rPr>
              <a:t>amet</a:t>
            </a:r>
            <a:r>
              <a:rPr lang="es-ES" sz="1200">
                <a:latin typeface="Graphik" panose="020B0503030202060203" pitchFamily="34" charset="77"/>
              </a:rPr>
              <a:t>, </a:t>
            </a:r>
            <a:r>
              <a:rPr lang="es-ES" sz="1200" err="1">
                <a:latin typeface="Graphik" panose="020B0503030202060203" pitchFamily="34" charset="77"/>
              </a:rPr>
              <a:t>consectetuer</a:t>
            </a:r>
            <a:r>
              <a:rPr lang="es-ES" sz="1200">
                <a:latin typeface="Graphik" panose="020B0503030202060203" pitchFamily="34" charset="77"/>
              </a:rPr>
              <a:t> </a:t>
            </a:r>
            <a:r>
              <a:rPr lang="es-ES" sz="1200" err="1">
                <a:latin typeface="Graphik" panose="020B0503030202060203" pitchFamily="34" charset="77"/>
              </a:rPr>
              <a:t>adipiscing</a:t>
            </a:r>
            <a:r>
              <a:rPr lang="es-ES" sz="1200">
                <a:latin typeface="Graphik" panose="020B0503030202060203" pitchFamily="34" charset="77"/>
              </a:rPr>
              <a:t> </a:t>
            </a:r>
            <a:r>
              <a:rPr lang="es-ES" sz="1200" err="1">
                <a:latin typeface="Graphik" panose="020B0503030202060203" pitchFamily="34" charset="77"/>
              </a:rPr>
              <a:t>elit</a:t>
            </a:r>
            <a:r>
              <a:rPr lang="es-ES" sz="1200">
                <a:latin typeface="Graphik" panose="020B0503030202060203" pitchFamily="34" charset="77"/>
              </a:rPr>
              <a:t>, sed </a:t>
            </a:r>
            <a:r>
              <a:rPr lang="es-ES" sz="1200" err="1">
                <a:latin typeface="Graphik" panose="020B0503030202060203" pitchFamily="34" charset="77"/>
              </a:rPr>
              <a:t>diam</a:t>
            </a:r>
            <a:r>
              <a:rPr lang="es-ES" sz="1200">
                <a:latin typeface="Graphik" panose="020B0503030202060203" pitchFamily="34" charset="77"/>
              </a:rPr>
              <a:t> </a:t>
            </a:r>
            <a:r>
              <a:rPr lang="es-ES" sz="1200" err="1">
                <a:latin typeface="Graphik" panose="020B0503030202060203" pitchFamily="34" charset="77"/>
              </a:rPr>
              <a:t>nonummy</a:t>
            </a:r>
            <a:endParaRPr lang="es-ES"/>
          </a:p>
        </p:txBody>
      </p:sp>
    </p:spTree>
    <p:extLst>
      <p:ext uri="{BB962C8B-B14F-4D97-AF65-F5344CB8AC3E}">
        <p14:creationId xmlns:p14="http://schemas.microsoft.com/office/powerpoint/2010/main" val="34939375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61_Big Text Black">
    <p:bg>
      <p:bgPr>
        <a:solidFill>
          <a:schemeClr val="tx1"/>
        </a:solidFill>
        <a:effectLst/>
      </p:bgPr>
    </p:bg>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7309B4FE-BB65-C47F-19E4-9B799373EDBA}"/>
              </a:ext>
            </a:extLst>
          </p:cNvPr>
          <p:cNvSpPr>
            <a:spLocks noGrp="1"/>
          </p:cNvSpPr>
          <p:nvPr>
            <p:ph type="pic" sz="quarter" idx="21" hasCustomPrompt="1"/>
          </p:nvPr>
        </p:nvSpPr>
        <p:spPr>
          <a:xfrm>
            <a:off x="7101840" y="1"/>
            <a:ext cx="5090160" cy="6858000"/>
          </a:xfrm>
          <a:prstGeom prst="rect">
            <a:avLst/>
          </a:prstGeom>
        </p:spPr>
        <p:txBody>
          <a:bodyPr/>
          <a:lstStyle>
            <a:lvl1pPr marL="0" indent="0">
              <a:buNone/>
              <a:defRPr b="0" i="0">
                <a:solidFill>
                  <a:schemeClr val="bg1"/>
                </a:solidFill>
                <a:latin typeface="Arial" panose="020B0604020202020204" pitchFamily="34" charset="0"/>
                <a:cs typeface="Arial" panose="020B0604020202020204" pitchFamily="34" charset="0"/>
              </a:defRPr>
            </a:lvl1pPr>
          </a:lstStyle>
          <a:p>
            <a:r>
              <a:rPr lang="es-ES"/>
              <a:t>Imagen</a:t>
            </a:r>
          </a:p>
        </p:txBody>
      </p:sp>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1"/>
                </a:solidFill>
              </a:defRPr>
            </a:lvl1p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1"/>
                </a:solidFill>
              </a:defRPr>
            </a:lvl1pPr>
          </a:lstStyle>
          <a:p>
            <a:fld id="{FF2CED2D-DE01-CB40-AEF5-C9DD7CD06225}" type="slidenum">
              <a:rPr lang="es-ES" smtClean="0"/>
              <a:pPr/>
              <a:t>‹Nº›</a:t>
            </a:fld>
            <a:endParaRPr lang="es-ES"/>
          </a:p>
        </p:txBody>
      </p:sp>
      <p:pic>
        <p:nvPicPr>
          <p:cNvPr id="4" name="Imagen 1">
            <a:extLst>
              <a:ext uri="{FF2B5EF4-FFF2-40B4-BE49-F238E27FC236}">
                <a16:creationId xmlns:a16="http://schemas.microsoft.com/office/drawing/2014/main" id="{28542A44-94A6-1EE3-0399-39846D2ACA28}"/>
              </a:ext>
            </a:extLst>
          </p:cNvPr>
          <p:cNvPicPr/>
          <p:nvPr userDrawn="1"/>
        </p:nvPicPr>
        <p:blipFill>
          <a:blip r:embed="rId2"/>
          <a:stretch>
            <a:fillRect/>
          </a:stretch>
        </p:blipFill>
        <p:spPr>
          <a:xfrm>
            <a:off x="653742" y="6320455"/>
            <a:ext cx="663716" cy="293070"/>
          </a:xfrm>
          <a:prstGeom prst="rect">
            <a:avLst/>
          </a:prstGeom>
        </p:spPr>
      </p:pic>
      <p:sp>
        <p:nvSpPr>
          <p:cNvPr id="2" name="Marcador de texto 16">
            <a:extLst>
              <a:ext uri="{FF2B5EF4-FFF2-40B4-BE49-F238E27FC236}">
                <a16:creationId xmlns:a16="http://schemas.microsoft.com/office/drawing/2014/main" id="{03B9CC0C-C46B-9D0F-31B7-BB726DA377D4}"/>
              </a:ext>
            </a:extLst>
          </p:cNvPr>
          <p:cNvSpPr>
            <a:spLocks noGrp="1"/>
          </p:cNvSpPr>
          <p:nvPr>
            <p:ph type="body" sz="quarter" idx="16" hasCustomPrompt="1"/>
          </p:nvPr>
        </p:nvSpPr>
        <p:spPr>
          <a:xfrm>
            <a:off x="552577" y="4511258"/>
            <a:ext cx="4250564" cy="1296674"/>
          </a:xfrm>
          <a:prstGeom prst="rect">
            <a:avLst/>
          </a:prstGeom>
        </p:spPr>
        <p:txBody>
          <a:bodyPr/>
          <a:lstStyle>
            <a:lvl1pPr marL="0" indent="0">
              <a:buNone/>
              <a:defRPr sz="1400" b="0" i="0">
                <a:solidFill>
                  <a:schemeClr val="bg1"/>
                </a:solidFill>
                <a:latin typeface="Arial" panose="020B0604020202020204" pitchFamily="34" charset="0"/>
                <a:cs typeface="Arial" panose="020B0604020202020204" pitchFamily="34" charset="0"/>
              </a:defRPr>
            </a:lvl1pPr>
          </a:lstStyle>
          <a:p>
            <a:r>
              <a:rPr lang="es-ES" sz="1400" err="1">
                <a:latin typeface="Graphik" panose="020B0503030202060203" pitchFamily="34" charset="77"/>
              </a:rPr>
              <a:t>Lorem</a:t>
            </a:r>
            <a:r>
              <a:rPr lang="es-ES" sz="1400">
                <a:latin typeface="Graphik" panose="020B0503030202060203" pitchFamily="34" charset="77"/>
              </a:rPr>
              <a:t> </a:t>
            </a:r>
            <a:r>
              <a:rPr lang="es-ES" sz="1400" err="1">
                <a:latin typeface="Graphik" panose="020B0503030202060203" pitchFamily="34" charset="77"/>
              </a:rPr>
              <a:t>ipsum</a:t>
            </a:r>
            <a:r>
              <a:rPr lang="es-ES" sz="1400">
                <a:latin typeface="Graphik" panose="020B0503030202060203" pitchFamily="34" charset="77"/>
              </a:rPr>
              <a:t> dolor </a:t>
            </a:r>
            <a:r>
              <a:rPr lang="es-ES" sz="1400" err="1">
                <a:latin typeface="Graphik" panose="020B0503030202060203" pitchFamily="34" charset="77"/>
              </a:rPr>
              <a:t>sit</a:t>
            </a:r>
            <a:r>
              <a:rPr lang="es-ES" sz="1400">
                <a:latin typeface="Graphik" panose="020B0503030202060203" pitchFamily="34" charset="77"/>
              </a:rPr>
              <a:t> </a:t>
            </a:r>
            <a:r>
              <a:rPr lang="es-ES" sz="1400" err="1">
                <a:latin typeface="Graphik" panose="020B0503030202060203" pitchFamily="34" charset="77"/>
              </a:rPr>
              <a:t>amet</a:t>
            </a:r>
            <a:r>
              <a:rPr lang="es-ES" sz="1400">
                <a:latin typeface="Graphik" panose="020B0503030202060203" pitchFamily="34" charset="77"/>
              </a:rPr>
              <a:t>, </a:t>
            </a:r>
            <a:r>
              <a:rPr lang="es-ES" sz="1400" err="1">
                <a:latin typeface="Graphik" panose="020B0503030202060203" pitchFamily="34" charset="77"/>
              </a:rPr>
              <a:t>consectetuer</a:t>
            </a:r>
            <a:r>
              <a:rPr lang="es-ES" sz="1400">
                <a:latin typeface="Graphik" panose="020B0503030202060203" pitchFamily="34" charset="77"/>
              </a:rPr>
              <a:t> </a:t>
            </a:r>
            <a:r>
              <a:rPr lang="es-ES" sz="1400" err="1">
                <a:latin typeface="Graphik" panose="020B0503030202060203" pitchFamily="34" charset="77"/>
              </a:rPr>
              <a:t>adipiscing</a:t>
            </a:r>
            <a:r>
              <a:rPr lang="es-ES" sz="1400">
                <a:latin typeface="Graphik" panose="020B0503030202060203" pitchFamily="34" charset="77"/>
              </a:rPr>
              <a:t> </a:t>
            </a:r>
            <a:r>
              <a:rPr lang="es-ES" sz="1400" err="1">
                <a:latin typeface="Graphik" panose="020B0503030202060203" pitchFamily="34" charset="77"/>
              </a:rPr>
              <a:t>elit</a:t>
            </a:r>
            <a:r>
              <a:rPr lang="es-ES" sz="1400">
                <a:latin typeface="Graphik" panose="020B0503030202060203" pitchFamily="34" charset="77"/>
              </a:rPr>
              <a:t>, sed </a:t>
            </a:r>
            <a:r>
              <a:rPr lang="es-ES" sz="1400" err="1">
                <a:latin typeface="Graphik" panose="020B0503030202060203" pitchFamily="34" charset="77"/>
              </a:rPr>
              <a:t>diam</a:t>
            </a:r>
            <a:r>
              <a:rPr lang="es-ES" sz="1400">
                <a:latin typeface="Graphik" panose="020B0503030202060203" pitchFamily="34" charset="77"/>
              </a:rPr>
              <a:t> </a:t>
            </a:r>
            <a:r>
              <a:rPr lang="es-ES" sz="1400" err="1">
                <a:latin typeface="Graphik" panose="020B0503030202060203" pitchFamily="34" charset="77"/>
              </a:rPr>
              <a:t>nonummy</a:t>
            </a:r>
            <a:r>
              <a:rPr lang="es-ES" sz="1400">
                <a:latin typeface="Graphik" panose="020B0503030202060203" pitchFamily="34" charset="77"/>
              </a:rPr>
              <a:t> </a:t>
            </a:r>
            <a:r>
              <a:rPr lang="es-ES" sz="1400" err="1">
                <a:latin typeface="Graphik" panose="020B0503030202060203" pitchFamily="34" charset="77"/>
              </a:rPr>
              <a:t>nibh</a:t>
            </a:r>
            <a:r>
              <a:rPr lang="es-ES" sz="1400">
                <a:latin typeface="Graphik" panose="020B0503030202060203" pitchFamily="34" charset="77"/>
              </a:rPr>
              <a:t> </a:t>
            </a:r>
            <a:r>
              <a:rPr lang="es-ES" sz="1400" err="1">
                <a:latin typeface="Graphik" panose="020B0503030202060203" pitchFamily="34" charset="77"/>
              </a:rPr>
              <a:t>euismod</a:t>
            </a:r>
            <a:r>
              <a:rPr lang="es-ES" sz="1400">
                <a:latin typeface="Graphik" panose="020B0503030202060203" pitchFamily="34" charset="77"/>
              </a:rPr>
              <a:t> </a:t>
            </a:r>
            <a:r>
              <a:rPr lang="es-ES" sz="1400" err="1">
                <a:latin typeface="Graphik" panose="020B0503030202060203" pitchFamily="34" charset="77"/>
              </a:rPr>
              <a:t>tincidunt</a:t>
            </a:r>
            <a:r>
              <a:rPr lang="es-ES" sz="1400">
                <a:latin typeface="Graphik" panose="020B0503030202060203" pitchFamily="34" charset="77"/>
              </a:rPr>
              <a:t> ut </a:t>
            </a:r>
            <a:r>
              <a:rPr lang="es-ES" sz="1400" err="1">
                <a:latin typeface="Graphik" panose="020B0503030202060203" pitchFamily="34" charset="77"/>
              </a:rPr>
              <a:t>aliquam</a:t>
            </a:r>
            <a:r>
              <a:rPr lang="es-ES" sz="1400">
                <a:latin typeface="Graphik" panose="020B0503030202060203" pitchFamily="34" charset="77"/>
              </a:rPr>
              <a:t> </a:t>
            </a:r>
            <a:r>
              <a:rPr lang="es-ES" sz="1400" err="1">
                <a:latin typeface="Graphik" panose="020B0503030202060203" pitchFamily="34" charset="77"/>
              </a:rPr>
              <a:t>volutpat</a:t>
            </a:r>
            <a:r>
              <a:rPr lang="es-ES" sz="1400">
                <a:latin typeface="Graphik" panose="020B0503030202060203" pitchFamily="34" charset="77"/>
              </a:rPr>
              <a:t> </a:t>
            </a:r>
            <a:r>
              <a:rPr lang="es-ES" sz="1400" err="1">
                <a:latin typeface="Graphik" panose="020B0503030202060203" pitchFamily="34" charset="77"/>
              </a:rPr>
              <a:t>laoreet</a:t>
            </a:r>
            <a:r>
              <a:rPr lang="es-ES" sz="1400">
                <a:latin typeface="Graphik" panose="020B0503030202060203" pitchFamily="34" charset="77"/>
              </a:rPr>
              <a:t> </a:t>
            </a:r>
            <a:r>
              <a:rPr lang="es-ES" sz="1400" err="1">
                <a:latin typeface="Graphik" panose="020B0503030202060203" pitchFamily="34" charset="77"/>
              </a:rPr>
              <a:t>dolore</a:t>
            </a:r>
            <a:r>
              <a:rPr lang="es-ES" sz="1400">
                <a:latin typeface="Graphik" panose="020B0503030202060203" pitchFamily="34" charset="77"/>
              </a:rPr>
              <a:t> magna </a:t>
            </a:r>
            <a:r>
              <a:rPr lang="es-ES" sz="1400" err="1">
                <a:latin typeface="Graphik" panose="020B0503030202060203" pitchFamily="34" charset="77"/>
              </a:rPr>
              <a:t>aliquam</a:t>
            </a:r>
            <a:r>
              <a:rPr lang="es-ES" sz="1400">
                <a:latin typeface="Graphik" panose="020B0503030202060203" pitchFamily="34" charset="77"/>
              </a:rPr>
              <a:t> </a:t>
            </a:r>
            <a:r>
              <a:rPr lang="es-ES" sz="1400" err="1">
                <a:latin typeface="Graphik" panose="020B0503030202060203" pitchFamily="34" charset="77"/>
              </a:rPr>
              <a:t>volutpat</a:t>
            </a:r>
            <a:r>
              <a:rPr lang="es-ES" sz="1400">
                <a:latin typeface="Graphik" panose="020B0503030202060203" pitchFamily="34" charset="77"/>
              </a:rPr>
              <a:t>.</a:t>
            </a:r>
            <a:endParaRPr lang="es-ES"/>
          </a:p>
        </p:txBody>
      </p:sp>
      <p:sp>
        <p:nvSpPr>
          <p:cNvPr id="5" name="Marcador de texto 2">
            <a:extLst>
              <a:ext uri="{FF2B5EF4-FFF2-40B4-BE49-F238E27FC236}">
                <a16:creationId xmlns:a16="http://schemas.microsoft.com/office/drawing/2014/main" id="{55D3F657-13BB-967F-FBCA-4620223A4AD6}"/>
              </a:ext>
            </a:extLst>
          </p:cNvPr>
          <p:cNvSpPr>
            <a:spLocks noGrp="1"/>
          </p:cNvSpPr>
          <p:nvPr>
            <p:ph type="body" sz="quarter" idx="20" hasCustomPrompt="1"/>
          </p:nvPr>
        </p:nvSpPr>
        <p:spPr>
          <a:xfrm>
            <a:off x="555308" y="354385"/>
            <a:ext cx="5934944" cy="4107176"/>
          </a:xfrm>
          <a:prstGeom prst="rect">
            <a:avLst/>
          </a:prstGeom>
        </p:spPr>
        <p:txBody>
          <a:bodyPr anchor="b"/>
          <a:lstStyle>
            <a:lvl1pPr marL="0" indent="0">
              <a:lnSpc>
                <a:spcPts val="14000"/>
              </a:lnSpc>
              <a:buNone/>
              <a:defRPr sz="15000" b="1" i="0">
                <a:solidFill>
                  <a:schemeClr val="bg1"/>
                </a:solidFill>
                <a:latin typeface="Arial Narrow" panose="020B0604020202020204" pitchFamily="34" charset="0"/>
                <a:cs typeface="Graphik Medium" pitchFamily="2" charset="77"/>
              </a:defRPr>
            </a:lvl1pPr>
          </a:lstStyle>
          <a:p>
            <a:pPr lvl="0"/>
            <a:r>
              <a:rPr lang="es-ES"/>
              <a:t>T700</a:t>
            </a:r>
          </a:p>
          <a:p>
            <a:pPr lvl="0"/>
            <a:r>
              <a:rPr lang="es-ES"/>
              <a:t>SERIES</a:t>
            </a:r>
          </a:p>
        </p:txBody>
      </p:sp>
    </p:spTree>
    <p:extLst>
      <p:ext uri="{BB962C8B-B14F-4D97-AF65-F5344CB8AC3E}">
        <p14:creationId xmlns:p14="http://schemas.microsoft.com/office/powerpoint/2010/main" val="22038868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62_Big Text Black">
    <p:bg>
      <p:bgPr>
        <a:solidFill>
          <a:schemeClr val="tx1"/>
        </a:solidFill>
        <a:effectLst/>
      </p:bgPr>
    </p:bg>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1"/>
                </a:solidFill>
              </a:defRPr>
            </a:lvl1p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1"/>
                </a:solidFill>
              </a:defRPr>
            </a:lvl1pPr>
          </a:lstStyle>
          <a:p>
            <a:fld id="{FF2CED2D-DE01-CB40-AEF5-C9DD7CD06225}" type="slidenum">
              <a:rPr lang="es-ES" smtClean="0"/>
              <a:pPr/>
              <a:t>‹Nº›</a:t>
            </a:fld>
            <a:endParaRPr lang="es-ES"/>
          </a:p>
        </p:txBody>
      </p:sp>
      <p:sp>
        <p:nvSpPr>
          <p:cNvPr id="4" name="Marcador de texto 3">
            <a:extLst>
              <a:ext uri="{FF2B5EF4-FFF2-40B4-BE49-F238E27FC236}">
                <a16:creationId xmlns:a16="http://schemas.microsoft.com/office/drawing/2014/main" id="{598AC176-FABB-3EF3-6D09-981ADDBE2AE7}"/>
              </a:ext>
            </a:extLst>
          </p:cNvPr>
          <p:cNvSpPr>
            <a:spLocks noGrp="1"/>
          </p:cNvSpPr>
          <p:nvPr>
            <p:ph type="body" sz="quarter" idx="13" hasCustomPrompt="1"/>
          </p:nvPr>
        </p:nvSpPr>
        <p:spPr>
          <a:xfrm>
            <a:off x="577004" y="766852"/>
            <a:ext cx="10908262" cy="3641159"/>
          </a:xfrm>
          <a:prstGeom prst="rect">
            <a:avLst/>
          </a:prstGeom>
        </p:spPr>
        <p:txBody>
          <a:bodyPr/>
          <a:lstStyle>
            <a:lvl1pPr marL="0" indent="0">
              <a:buNone/>
              <a:defRPr sz="4000" b="0" i="0">
                <a:solidFill>
                  <a:schemeClr val="bg1"/>
                </a:solidFill>
                <a:latin typeface="Arial" panose="020B0604020202020204" pitchFamily="34" charset="0"/>
                <a:cs typeface="Arial" panose="020B0604020202020204" pitchFamily="34" charset="0"/>
              </a:defRPr>
            </a:lvl1pPr>
          </a:lstStyle>
          <a:p>
            <a:r>
              <a:rPr lang="es-ES" sz="3600" err="1">
                <a:solidFill>
                  <a:schemeClr val="bg1"/>
                </a:solidFill>
                <a:latin typeface="Graphik" pitchFamily="2" charset="77"/>
                <a:cs typeface="Graphik" pitchFamily="2" charset="77"/>
              </a:rPr>
              <a:t>Featuring</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cutting-edge</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aerodynamics</a:t>
            </a:r>
            <a:r>
              <a:rPr lang="es-ES" sz="3600">
                <a:solidFill>
                  <a:schemeClr val="bg1"/>
                </a:solidFill>
                <a:latin typeface="Graphik" pitchFamily="2" charset="77"/>
                <a:cs typeface="Graphik" pitchFamily="2" charset="77"/>
              </a:rPr>
              <a:t> and </a:t>
            </a:r>
            <a:r>
              <a:rPr lang="es-ES" sz="3600" err="1">
                <a:solidFill>
                  <a:schemeClr val="bg1"/>
                </a:solidFill>
                <a:latin typeface="Graphik" pitchFamily="2" charset="77"/>
                <a:cs typeface="Graphik" pitchFamily="2" charset="77"/>
              </a:rPr>
              <a:t>patented</a:t>
            </a:r>
            <a:r>
              <a:rPr lang="es-ES" sz="3600">
                <a:solidFill>
                  <a:schemeClr val="bg1"/>
                </a:solidFill>
                <a:latin typeface="Graphik" pitchFamily="2" charset="77"/>
                <a:cs typeface="Graphik" pitchFamily="2" charset="77"/>
              </a:rPr>
              <a:t> in 2023 (US </a:t>
            </a:r>
            <a:r>
              <a:rPr lang="es-ES" sz="3600" err="1">
                <a:solidFill>
                  <a:schemeClr val="bg1"/>
                </a:solidFill>
                <a:latin typeface="Graphik" pitchFamily="2" charset="77"/>
                <a:cs typeface="Graphik" pitchFamily="2" charset="77"/>
              </a:rPr>
              <a:t>Patent</a:t>
            </a:r>
            <a:r>
              <a:rPr lang="es-ES" sz="3600">
                <a:solidFill>
                  <a:schemeClr val="bg1"/>
                </a:solidFill>
                <a:latin typeface="Graphik" pitchFamily="2" charset="77"/>
                <a:cs typeface="Graphik" pitchFamily="2" charset="77"/>
              </a:rPr>
              <a:t> No. 1234567),</a:t>
            </a:r>
            <a:br>
              <a:rPr lang="es-ES" sz="3600">
                <a:solidFill>
                  <a:schemeClr val="bg1"/>
                </a:solidFill>
                <a:latin typeface="Graphik" pitchFamily="2" charset="77"/>
                <a:cs typeface="Graphik" pitchFamily="2" charset="77"/>
              </a:rPr>
            </a:br>
            <a:r>
              <a:rPr lang="es-ES" sz="3600" err="1">
                <a:solidFill>
                  <a:schemeClr val="bg1"/>
                </a:solidFill>
                <a:latin typeface="Graphik" pitchFamily="2" charset="77"/>
                <a:cs typeface="Graphik" pitchFamily="2" charset="77"/>
              </a:rPr>
              <a:t>this</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next-generation</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aircraft</a:t>
            </a:r>
            <a:r>
              <a:rPr lang="es-ES" sz="3600">
                <a:solidFill>
                  <a:schemeClr val="bg1"/>
                </a:solidFill>
                <a:latin typeface="Graphik" pitchFamily="2" charset="77"/>
                <a:cs typeface="Graphik" pitchFamily="2" charset="77"/>
              </a:rPr>
              <a:t> turbine </a:t>
            </a:r>
            <a:r>
              <a:rPr lang="es-ES" sz="3600" err="1">
                <a:solidFill>
                  <a:schemeClr val="bg1"/>
                </a:solidFill>
                <a:latin typeface="Graphik" pitchFamily="2" charset="77"/>
                <a:cs typeface="Graphik" pitchFamily="2" charset="77"/>
              </a:rPr>
              <a:t>delivers</a:t>
            </a:r>
            <a:r>
              <a:rPr lang="es-ES" sz="3600">
                <a:solidFill>
                  <a:schemeClr val="bg1"/>
                </a:solidFill>
                <a:latin typeface="Graphik" pitchFamily="2" charset="77"/>
                <a:cs typeface="Graphik" pitchFamily="2" charset="77"/>
              </a:rPr>
              <a:t> 15% </a:t>
            </a:r>
            <a:r>
              <a:rPr lang="es-ES" sz="3600" err="1">
                <a:solidFill>
                  <a:schemeClr val="bg1"/>
                </a:solidFill>
                <a:latin typeface="Graphik" pitchFamily="2" charset="77"/>
                <a:cs typeface="Graphik" pitchFamily="2" charset="77"/>
              </a:rPr>
              <a:t>greater</a:t>
            </a:r>
            <a:r>
              <a:rPr lang="es-ES" sz="3600">
                <a:solidFill>
                  <a:schemeClr val="bg1"/>
                </a:solidFill>
                <a:latin typeface="Graphik" pitchFamily="2" charset="77"/>
                <a:cs typeface="Graphik" pitchFamily="2" charset="77"/>
              </a:rPr>
              <a:t> fuel </a:t>
            </a:r>
            <a:r>
              <a:rPr lang="es-ES" sz="3200" err="1">
                <a:solidFill>
                  <a:schemeClr val="bg1"/>
                </a:solidFill>
                <a:latin typeface="Graphik" pitchFamily="2" charset="77"/>
                <a:cs typeface="Graphik" pitchFamily="2" charset="77"/>
              </a:rPr>
              <a:t>efficiency</a:t>
            </a:r>
            <a:r>
              <a:rPr lang="es-ES" sz="3600">
                <a:solidFill>
                  <a:schemeClr val="bg1"/>
                </a:solidFill>
                <a:latin typeface="Graphik" pitchFamily="2" charset="77"/>
                <a:cs typeface="Graphik" pitchFamily="2" charset="77"/>
              </a:rPr>
              <a:t> and a 10% </a:t>
            </a:r>
            <a:r>
              <a:rPr lang="es-ES" sz="3600" err="1">
                <a:solidFill>
                  <a:schemeClr val="bg1"/>
                </a:solidFill>
                <a:latin typeface="Graphik" pitchFamily="2" charset="77"/>
                <a:cs typeface="Graphik" pitchFamily="2" charset="77"/>
              </a:rPr>
              <a:t>reduction</a:t>
            </a:r>
            <a:r>
              <a:rPr lang="es-ES" sz="3600">
                <a:solidFill>
                  <a:schemeClr val="bg1"/>
                </a:solidFill>
                <a:latin typeface="Graphik" pitchFamily="2" charset="77"/>
                <a:cs typeface="Graphik" pitchFamily="2" charset="77"/>
              </a:rPr>
              <a:t> in </a:t>
            </a:r>
            <a:r>
              <a:rPr lang="es-ES" sz="3600" err="1">
                <a:solidFill>
                  <a:schemeClr val="bg1"/>
                </a:solidFill>
                <a:latin typeface="Graphik" pitchFamily="2" charset="77"/>
                <a:cs typeface="Graphik" pitchFamily="2" charset="77"/>
              </a:rPr>
              <a:t>noise</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emissions</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setting</a:t>
            </a:r>
            <a:r>
              <a:rPr lang="es-ES" sz="3600">
                <a:solidFill>
                  <a:schemeClr val="bg1"/>
                </a:solidFill>
                <a:latin typeface="Graphik" pitchFamily="2" charset="77"/>
                <a:cs typeface="Graphik" pitchFamily="2" charset="77"/>
              </a:rPr>
              <a:t> a new standard </a:t>
            </a:r>
            <a:r>
              <a:rPr lang="es-ES" sz="3600" err="1">
                <a:solidFill>
                  <a:schemeClr val="bg1"/>
                </a:solidFill>
                <a:latin typeface="Graphik" pitchFamily="2" charset="77"/>
                <a:cs typeface="Graphik" pitchFamily="2" charset="77"/>
              </a:rPr>
              <a:t>for</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sustainable</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aviation</a:t>
            </a:r>
            <a:r>
              <a:rPr lang="es-ES" sz="3600">
                <a:solidFill>
                  <a:schemeClr val="bg1"/>
                </a:solidFill>
                <a:latin typeface="Graphik" pitchFamily="2" charset="77"/>
                <a:cs typeface="Graphik" pitchFamily="2" charset="77"/>
              </a:rPr>
              <a:t> </a:t>
            </a:r>
            <a:r>
              <a:rPr lang="es-ES" sz="3600" err="1">
                <a:solidFill>
                  <a:schemeClr val="bg1"/>
                </a:solidFill>
                <a:latin typeface="Graphik" pitchFamily="2" charset="77"/>
                <a:cs typeface="Graphik" pitchFamily="2" charset="77"/>
              </a:rPr>
              <a:t>technology</a:t>
            </a:r>
            <a:r>
              <a:rPr lang="es-ES" sz="3600">
                <a:solidFill>
                  <a:schemeClr val="bg1"/>
                </a:solidFill>
                <a:latin typeface="Graphik" pitchFamily="2" charset="77"/>
                <a:cs typeface="Graphik" pitchFamily="2" charset="77"/>
              </a:rPr>
              <a:t>.</a:t>
            </a:r>
          </a:p>
        </p:txBody>
      </p:sp>
      <p:sp>
        <p:nvSpPr>
          <p:cNvPr id="3" name="Marcador de texto 2">
            <a:extLst>
              <a:ext uri="{FF2B5EF4-FFF2-40B4-BE49-F238E27FC236}">
                <a16:creationId xmlns:a16="http://schemas.microsoft.com/office/drawing/2014/main" id="{032325A8-588F-283B-CAF7-DB06B0AA3EC3}"/>
              </a:ext>
            </a:extLst>
          </p:cNvPr>
          <p:cNvSpPr>
            <a:spLocks noGrp="1"/>
          </p:cNvSpPr>
          <p:nvPr>
            <p:ph type="body" sz="quarter" idx="14" hasCustomPrompt="1"/>
          </p:nvPr>
        </p:nvSpPr>
        <p:spPr>
          <a:xfrm>
            <a:off x="573088" y="4819597"/>
            <a:ext cx="1828468" cy="508209"/>
          </a:xfrm>
          <a:prstGeom prst="rect">
            <a:avLst/>
          </a:prstGeom>
        </p:spPr>
        <p:txBody>
          <a:bodyPr/>
          <a:lstStyle>
            <a:lvl1pPr marL="0" indent="0">
              <a:buNone/>
              <a:defRPr sz="1200" b="0" i="0">
                <a:solidFill>
                  <a:schemeClr val="bg1"/>
                </a:solidFill>
                <a:latin typeface="Arial" panose="020B0604020202020204" pitchFamily="34" charset="0"/>
                <a:cs typeface="Arial" panose="020B0604020202020204" pitchFamily="34" charset="0"/>
              </a:defRPr>
            </a:lvl1pPr>
          </a:lstStyle>
          <a:p>
            <a:pPr lvl="0"/>
            <a:r>
              <a:rPr lang="es-ES"/>
              <a:t>Lore </a:t>
            </a:r>
            <a:r>
              <a:rPr lang="es-ES" err="1"/>
              <a:t>ipsum</a:t>
            </a:r>
            <a:r>
              <a:rPr lang="es-ES"/>
              <a:t> dolor</a:t>
            </a:r>
          </a:p>
        </p:txBody>
      </p:sp>
      <p:sp>
        <p:nvSpPr>
          <p:cNvPr id="5" name="Marcador de texto 2">
            <a:extLst>
              <a:ext uri="{FF2B5EF4-FFF2-40B4-BE49-F238E27FC236}">
                <a16:creationId xmlns:a16="http://schemas.microsoft.com/office/drawing/2014/main" id="{1B445507-287E-63DA-0A64-DDB24DC5A2B9}"/>
              </a:ext>
            </a:extLst>
          </p:cNvPr>
          <p:cNvSpPr>
            <a:spLocks noGrp="1"/>
          </p:cNvSpPr>
          <p:nvPr>
            <p:ph type="body" sz="quarter" idx="15" hasCustomPrompt="1"/>
          </p:nvPr>
        </p:nvSpPr>
        <p:spPr>
          <a:xfrm>
            <a:off x="3205755" y="4819597"/>
            <a:ext cx="3235237" cy="508209"/>
          </a:xfrm>
          <a:prstGeom prst="rect">
            <a:avLst/>
          </a:prstGeom>
        </p:spPr>
        <p:txBody>
          <a:bodyPr/>
          <a:lstStyle>
            <a:lvl1pPr marL="0" indent="0">
              <a:buNone/>
              <a:defRPr sz="1200" b="0" i="0">
                <a:solidFill>
                  <a:schemeClr val="bg1"/>
                </a:solidFill>
                <a:latin typeface="Arial" panose="020B0604020202020204" pitchFamily="34" charset="0"/>
                <a:cs typeface="Arial" panose="020B0604020202020204" pitchFamily="34" charset="0"/>
              </a:defRPr>
            </a:lvl1pPr>
          </a:lstStyle>
          <a:p>
            <a:pPr>
              <a:defRPr/>
            </a:pPr>
            <a:r>
              <a:rPr kumimoji="0" lang="es-ES" sz="1200" b="0" i="0" u="none" strike="noStrike" kern="1200" cap="none" spc="0" normalizeH="0" baseline="0" noProof="0">
                <a:ln>
                  <a:noFill/>
                </a:ln>
                <a:effectLst/>
                <a:uLnTx/>
                <a:uFillTx/>
                <a:latin typeface="Graphik" pitchFamily="2" charset="77"/>
                <a:ea typeface="+mn-ea"/>
                <a:cs typeface="Graphik" pitchFamily="2" charset="77"/>
              </a:rPr>
              <a:t>Text </a:t>
            </a:r>
            <a:r>
              <a:rPr kumimoji="0" lang="es-ES" sz="1200" b="0" i="0" u="none" strike="noStrike" kern="1200" cap="none" spc="0" normalizeH="0" baseline="0" noProof="0" err="1">
                <a:ln>
                  <a:noFill/>
                </a:ln>
                <a:effectLst/>
                <a:uLnTx/>
                <a:uFillTx/>
                <a:latin typeface="Graphik" pitchFamily="2" charset="77"/>
                <a:ea typeface="+mn-ea"/>
                <a:cs typeface="Graphik" pitchFamily="2" charset="77"/>
              </a:rPr>
              <a:t>of</a:t>
            </a:r>
            <a:r>
              <a:rPr kumimoji="0" lang="es-ES" sz="1200" b="0" i="0" u="none" strike="noStrike" kern="1200" cap="none" spc="0" normalizeH="0" baseline="0" noProof="0">
                <a:ln>
                  <a:noFill/>
                </a:ln>
                <a:effectLst/>
                <a:uLnTx/>
                <a:uFillTx/>
                <a:latin typeface="Graphik" pitchFamily="2" charset="77"/>
                <a:ea typeface="+mn-ea"/>
                <a:cs typeface="Graphik" pitchFamily="2" charset="77"/>
              </a:rPr>
              <a:t> </a:t>
            </a:r>
            <a:r>
              <a:rPr kumimoji="0" lang="es-ES" sz="1200" b="0" i="0" u="none" strike="noStrike" kern="1200" cap="none" spc="0" normalizeH="0" baseline="0" noProof="0" err="1">
                <a:ln>
                  <a:noFill/>
                </a:ln>
                <a:effectLst/>
                <a:uLnTx/>
                <a:uFillTx/>
                <a:latin typeface="Graphik" pitchFamily="2" charset="77"/>
                <a:ea typeface="+mn-ea"/>
                <a:cs typeface="Graphik" pitchFamily="2" charset="77"/>
              </a:rPr>
              <a:t>example</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bringing</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the</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best</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of</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our</a:t>
            </a:r>
            <a:r>
              <a:rPr kumimoji="0" lang="es-ES" sz="1200" b="0" i="0" u="none" strike="noStrike" kern="1200" cap="none" spc="0" normalizeH="0" baseline="0" noProof="0">
                <a:ln>
                  <a:noFill/>
                </a:ln>
                <a:effectLst/>
                <a:uLnTx/>
                <a:uFillTx/>
                <a:latin typeface="Graphik" panose="020B0503030202060203" pitchFamily="34" charset="77"/>
                <a:ea typeface="+mn-ea"/>
                <a:cs typeface="+mn-cs"/>
              </a:rPr>
              <a:t> innovative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spirit</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and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generating</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shared</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value</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along</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the</a:t>
            </a:r>
            <a:r>
              <a:rPr kumimoji="0" lang="es-ES" sz="1200" b="0" i="0" u="none" strike="noStrike" kern="1200" cap="none" spc="0" normalizeH="0" baseline="0" noProof="0">
                <a:ln>
                  <a:noFill/>
                </a:ln>
                <a:effectLst/>
                <a:uLnTx/>
                <a:uFillTx/>
                <a:latin typeface="Graphik" panose="020B0503030202060203" pitchFamily="34" charset="77"/>
                <a:ea typeface="+mn-ea"/>
                <a:cs typeface="+mn-cs"/>
              </a:rPr>
              <a:t> bar in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aviation</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Every</a:t>
            </a:r>
            <a:r>
              <a:rPr kumimoji="0" lang="es-ES" sz="1200" b="0" i="0" u="none" strike="noStrike" kern="1200" cap="none" spc="0" normalizeH="0" baseline="0" noProof="0">
                <a:ln>
                  <a:noFill/>
                </a:ln>
                <a:effectLst/>
                <a:uLnTx/>
                <a:uFillTx/>
                <a:latin typeface="Graphik" panose="020B0503030202060203" pitchFamily="34" charset="77"/>
                <a:ea typeface="+mn-ea"/>
                <a:cs typeface="+mn-cs"/>
              </a:rPr>
              <a:t> </a:t>
            </a:r>
            <a:r>
              <a:rPr kumimoji="0" lang="es-ES" sz="1200" b="0" i="0" u="none" strike="noStrike" kern="1200" cap="none" spc="0" normalizeH="0" baseline="0" noProof="0" err="1">
                <a:ln>
                  <a:noFill/>
                </a:ln>
                <a:effectLst/>
                <a:uLnTx/>
                <a:uFillTx/>
                <a:latin typeface="Graphik" panose="020B0503030202060203" pitchFamily="34" charset="77"/>
                <a:ea typeface="+mn-ea"/>
                <a:cs typeface="+mn-cs"/>
              </a:rPr>
              <a:t>day</a:t>
            </a:r>
            <a:r>
              <a:rPr kumimoji="0" lang="es-ES" sz="1200" b="0" i="0" u="none" strike="noStrike" kern="1200" cap="none" spc="0" normalizeH="0" baseline="0" noProof="0">
                <a:ln>
                  <a:noFill/>
                </a:ln>
                <a:effectLst/>
                <a:uLnTx/>
                <a:uFillTx/>
                <a:latin typeface="Graphik" panose="020B0503030202060203" pitchFamily="34" charset="77"/>
                <a:ea typeface="+mn-ea"/>
                <a:cs typeface="+mn-cs"/>
              </a:rPr>
              <a:t>.</a:t>
            </a:r>
          </a:p>
        </p:txBody>
      </p:sp>
      <p:pic>
        <p:nvPicPr>
          <p:cNvPr id="8" name="Imagen 1">
            <a:extLst>
              <a:ext uri="{FF2B5EF4-FFF2-40B4-BE49-F238E27FC236}">
                <a16:creationId xmlns:a16="http://schemas.microsoft.com/office/drawing/2014/main" id="{A141AC08-FC49-1D9C-9E42-C0A9078F6DDD}"/>
              </a:ext>
            </a:extLst>
          </p:cNvPr>
          <p:cNvPicPr/>
          <p:nvPr userDrawn="1"/>
        </p:nvPicPr>
        <p:blipFill>
          <a:blip r:embed="rId2"/>
          <a:stretch>
            <a:fillRect/>
          </a:stretch>
        </p:blipFill>
        <p:spPr>
          <a:xfrm>
            <a:off x="653742" y="6320455"/>
            <a:ext cx="663716" cy="293070"/>
          </a:xfrm>
          <a:prstGeom prst="rect">
            <a:avLst/>
          </a:prstGeom>
        </p:spPr>
      </p:pic>
    </p:spTree>
    <p:extLst>
      <p:ext uri="{BB962C8B-B14F-4D97-AF65-F5344CB8AC3E}">
        <p14:creationId xmlns:p14="http://schemas.microsoft.com/office/powerpoint/2010/main" val="10968228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63_Big Text Black">
    <p:bg>
      <p:bgPr>
        <a:solidFill>
          <a:schemeClr val="tx1"/>
        </a:solidFill>
        <a:effectLst/>
      </p:bgPr>
    </p:bg>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1"/>
                </a:solidFill>
              </a:defRPr>
            </a:lvl1p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1"/>
                </a:solidFill>
              </a:defRPr>
            </a:lvl1pPr>
          </a:lstStyle>
          <a:p>
            <a:fld id="{FF2CED2D-DE01-CB40-AEF5-C9DD7CD06225}" type="slidenum">
              <a:rPr lang="es-ES" smtClean="0"/>
              <a:pPr/>
              <a:t>‹Nº›</a:t>
            </a:fld>
            <a:endParaRPr lang="es-ES"/>
          </a:p>
        </p:txBody>
      </p:sp>
      <p:sp>
        <p:nvSpPr>
          <p:cNvPr id="3" name="Rectángulo 2">
            <a:extLst>
              <a:ext uri="{FF2B5EF4-FFF2-40B4-BE49-F238E27FC236}">
                <a16:creationId xmlns:a16="http://schemas.microsoft.com/office/drawing/2014/main" id="{3FBB2D51-039E-B4F8-FE28-990ABFD2770C}"/>
              </a:ext>
            </a:extLst>
          </p:cNvPr>
          <p:cNvSpPr/>
          <p:nvPr userDrawn="1"/>
        </p:nvSpPr>
        <p:spPr>
          <a:xfrm>
            <a:off x="534989" y="380683"/>
            <a:ext cx="1239567" cy="53371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 name="Imagen 1">
            <a:extLst>
              <a:ext uri="{FF2B5EF4-FFF2-40B4-BE49-F238E27FC236}">
                <a16:creationId xmlns:a16="http://schemas.microsoft.com/office/drawing/2014/main" id="{92889267-31E8-6239-B99E-7FABA3306226}"/>
              </a:ext>
            </a:extLst>
          </p:cNvPr>
          <p:cNvPicPr/>
          <p:nvPr userDrawn="1"/>
        </p:nvPicPr>
        <p:blipFill>
          <a:blip r:embed="rId2"/>
          <a:stretch>
            <a:fillRect/>
          </a:stretch>
        </p:blipFill>
        <p:spPr>
          <a:xfrm>
            <a:off x="653742" y="6320455"/>
            <a:ext cx="663716" cy="293070"/>
          </a:xfrm>
          <a:prstGeom prst="rect">
            <a:avLst/>
          </a:prstGeom>
        </p:spPr>
      </p:pic>
      <p:sp>
        <p:nvSpPr>
          <p:cNvPr id="4" name="Marcador de texto 11">
            <a:extLst>
              <a:ext uri="{FF2B5EF4-FFF2-40B4-BE49-F238E27FC236}">
                <a16:creationId xmlns:a16="http://schemas.microsoft.com/office/drawing/2014/main" id="{09D9A8F8-1DFB-03EF-CD2C-582B67040597}"/>
              </a:ext>
            </a:extLst>
          </p:cNvPr>
          <p:cNvSpPr>
            <a:spLocks noGrp="1"/>
          </p:cNvSpPr>
          <p:nvPr>
            <p:ph type="body" sz="quarter" idx="13" hasCustomPrompt="1"/>
          </p:nvPr>
        </p:nvSpPr>
        <p:spPr>
          <a:xfrm>
            <a:off x="613317" y="647541"/>
            <a:ext cx="10620375" cy="4491823"/>
          </a:xfrm>
          <a:prstGeom prst="rect">
            <a:avLst/>
          </a:prstGeom>
        </p:spPr>
        <p:txBody>
          <a:bodyPr anchor="t"/>
          <a:lstStyle>
            <a:lvl1pPr marL="0" indent="0">
              <a:buNone/>
              <a:defRPr sz="4800" b="0" i="0">
                <a:solidFill>
                  <a:schemeClr val="bg1"/>
                </a:solidFill>
                <a:latin typeface="Arial" panose="020B0604020202020204" pitchFamily="34" charset="0"/>
                <a:cs typeface="Arial" panose="020B0604020202020204" pitchFamily="34" charset="0"/>
              </a:defRPr>
            </a:lvl1pPr>
          </a:lstStyle>
          <a:p>
            <a:r>
              <a:rPr lang="es-ES" sz="4800">
                <a:solidFill>
                  <a:schemeClr val="bg1"/>
                </a:solidFill>
                <a:latin typeface="Graphik" pitchFamily="2" charset="77"/>
                <a:cs typeface="Graphik" pitchFamily="2" charset="77"/>
              </a:rPr>
              <a:t>"</a:t>
            </a:r>
            <a:r>
              <a:rPr lang="es-ES" sz="4800" err="1">
                <a:solidFill>
                  <a:schemeClr val="bg1"/>
                </a:solidFill>
                <a:latin typeface="Graphik" pitchFamily="2" charset="77"/>
                <a:cs typeface="Graphik" pitchFamily="2" charset="77"/>
              </a:rPr>
              <a:t>Work</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on</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the</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most</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impactful</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team</a:t>
            </a:r>
            <a:r>
              <a:rPr lang="es-ES" sz="4800">
                <a:solidFill>
                  <a:schemeClr val="bg1"/>
                </a:solidFill>
                <a:latin typeface="Graphik" pitchFamily="2" charset="77"/>
                <a:cs typeface="Graphik" pitchFamily="2" charset="77"/>
              </a:rPr>
              <a:t> in </a:t>
            </a:r>
            <a:r>
              <a:rPr lang="es-ES" sz="4800" err="1">
                <a:solidFill>
                  <a:schemeClr val="bg1"/>
                </a:solidFill>
                <a:latin typeface="Graphik" pitchFamily="2" charset="77"/>
                <a:cs typeface="Graphik" pitchFamily="2" charset="77"/>
              </a:rPr>
              <a:t>the</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industry</a:t>
            </a:r>
            <a:r>
              <a:rPr lang="es-ES" sz="4800">
                <a:solidFill>
                  <a:schemeClr val="bg1"/>
                </a:solidFill>
                <a:latin typeface="Graphik" pitchFamily="2" charset="77"/>
                <a:cs typeface="Graphik" pitchFamily="2" charset="77"/>
              </a:rPr>
              <a:t> and </a:t>
            </a:r>
            <a:r>
              <a:rPr lang="es-ES" sz="4800" err="1">
                <a:solidFill>
                  <a:schemeClr val="bg1"/>
                </a:solidFill>
                <a:latin typeface="Graphik" pitchFamily="2" charset="77"/>
                <a:cs typeface="Graphik" pitchFamily="2" charset="77"/>
              </a:rPr>
              <a:t>best</a:t>
            </a:r>
            <a:r>
              <a:rPr lang="es-ES" sz="4800">
                <a:solidFill>
                  <a:schemeClr val="bg1"/>
                </a:solidFill>
                <a:latin typeface="Graphik" pitchFamily="2" charset="77"/>
                <a:cs typeface="Graphik" pitchFamily="2" charset="77"/>
              </a:rPr>
              <a:t> place </a:t>
            </a:r>
            <a:r>
              <a:rPr lang="es-ES" sz="4800" err="1">
                <a:solidFill>
                  <a:schemeClr val="bg1"/>
                </a:solidFill>
                <a:latin typeface="Graphik" pitchFamily="2" charset="77"/>
                <a:cs typeface="Graphik" pitchFamily="2" charset="77"/>
              </a:rPr>
              <a:t>to</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accelerate</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your</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career</a:t>
            </a:r>
            <a:r>
              <a:rPr lang="es-ES" sz="4800">
                <a:solidFill>
                  <a:schemeClr val="bg1"/>
                </a:solidFill>
                <a:latin typeface="Graphik" pitchFamily="2" charset="77"/>
                <a:cs typeface="Graphik" pitchFamily="2" charset="77"/>
              </a:rPr>
              <a:t>.</a:t>
            </a:r>
            <a:br>
              <a:rPr lang="es-ES" sz="4800">
                <a:solidFill>
                  <a:schemeClr val="bg1"/>
                </a:solidFill>
                <a:latin typeface="Graphik" pitchFamily="2" charset="77"/>
                <a:cs typeface="Graphik" pitchFamily="2" charset="77"/>
              </a:rPr>
            </a:br>
            <a:r>
              <a:rPr lang="es-ES" sz="4800" err="1">
                <a:solidFill>
                  <a:schemeClr val="bg1"/>
                </a:solidFill>
                <a:latin typeface="Graphik" pitchFamily="2" charset="77"/>
                <a:cs typeface="Graphik" pitchFamily="2" charset="77"/>
              </a:rPr>
              <a:t>Better</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engineering</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to</a:t>
            </a:r>
            <a:r>
              <a:rPr lang="es-ES" sz="4800">
                <a:solidFill>
                  <a:schemeClr val="bg1"/>
                </a:solidFill>
                <a:latin typeface="Graphik" pitchFamily="2" charset="77"/>
                <a:cs typeface="Graphik" pitchFamily="2" charset="77"/>
              </a:rPr>
              <a:t> </a:t>
            </a:r>
            <a:r>
              <a:rPr lang="es-ES" sz="4800" err="1">
                <a:solidFill>
                  <a:schemeClr val="bg1"/>
                </a:solidFill>
                <a:latin typeface="Graphik" pitchFamily="2" charset="77"/>
                <a:cs typeface="Graphik" pitchFamily="2" charset="77"/>
              </a:rPr>
              <a:t>create</a:t>
            </a:r>
            <a:r>
              <a:rPr lang="es-ES" sz="4800">
                <a:solidFill>
                  <a:schemeClr val="bg1"/>
                </a:solidFill>
                <a:latin typeface="Graphik" pitchFamily="2" charset="77"/>
                <a:cs typeface="Graphik" pitchFamily="2" charset="77"/>
              </a:rPr>
              <a:t> innovative </a:t>
            </a:r>
            <a:r>
              <a:rPr lang="es-ES" sz="4800" err="1">
                <a:solidFill>
                  <a:schemeClr val="bg1"/>
                </a:solidFill>
                <a:latin typeface="Graphik" pitchFamily="2" charset="77"/>
                <a:cs typeface="Graphik" pitchFamily="2" charset="77"/>
              </a:rPr>
              <a:t>products</a:t>
            </a:r>
            <a:r>
              <a:rPr lang="es-ES" sz="4800">
                <a:solidFill>
                  <a:schemeClr val="bg1"/>
                </a:solidFill>
                <a:latin typeface="Graphik" pitchFamily="2" charset="77"/>
                <a:cs typeface="Graphik" pitchFamily="2" charset="77"/>
              </a:rPr>
              <a:t> and </a:t>
            </a:r>
            <a:r>
              <a:rPr lang="es-ES" sz="4800" err="1">
                <a:solidFill>
                  <a:schemeClr val="bg1"/>
                </a:solidFill>
                <a:latin typeface="Graphik" pitchFamily="2" charset="77"/>
                <a:cs typeface="Graphik" pitchFamily="2" charset="77"/>
              </a:rPr>
              <a:t>solutions</a:t>
            </a:r>
            <a:r>
              <a:rPr lang="es-ES" sz="4800">
                <a:solidFill>
                  <a:schemeClr val="bg1"/>
                </a:solidFill>
                <a:latin typeface="Graphik" pitchFamily="2" charset="77"/>
                <a:cs typeface="Graphik" pitchFamily="2" charset="77"/>
              </a:rPr>
              <a:t>."</a:t>
            </a:r>
          </a:p>
        </p:txBody>
      </p:sp>
    </p:spTree>
    <p:extLst>
      <p:ext uri="{BB962C8B-B14F-4D97-AF65-F5344CB8AC3E}">
        <p14:creationId xmlns:p14="http://schemas.microsoft.com/office/powerpoint/2010/main" val="58976730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70_Movement">
    <p:bg>
      <p:bgPr>
        <a:solidFill>
          <a:schemeClr val="tx1"/>
        </a:solidFill>
        <a:effectLst/>
      </p:bgPr>
    </p:bg>
    <p:spTree>
      <p:nvGrpSpPr>
        <p:cNvPr id="1" name=""/>
        <p:cNvGrpSpPr/>
        <p:nvPr/>
      </p:nvGrpSpPr>
      <p:grpSpPr>
        <a:xfrm>
          <a:off x="0" y="0"/>
          <a:ext cx="0" cy="0"/>
          <a:chOff x="0" y="0"/>
          <a:chExt cx="0" cy="0"/>
        </a:xfrm>
      </p:grpSpPr>
      <p:sp>
        <p:nvSpPr>
          <p:cNvPr id="2" name="Rectángulo 1"/>
          <p:cNvSpPr/>
          <p:nvPr userDrawn="1"/>
        </p:nvSpPr>
        <p:spPr>
          <a:xfrm>
            <a:off x="223284" y="6188149"/>
            <a:ext cx="1265274" cy="53332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Rectángulo 7">
            <a:extLst>
              <a:ext uri="{FF2B5EF4-FFF2-40B4-BE49-F238E27FC236}">
                <a16:creationId xmlns:a16="http://schemas.microsoft.com/office/drawing/2014/main" id="{3F0426F6-57C3-205A-0699-AED26F25C018}"/>
              </a:ext>
            </a:extLst>
          </p:cNvPr>
          <p:cNvSpPr/>
          <p:nvPr userDrawn="1"/>
        </p:nvSpPr>
        <p:spPr>
          <a:xfrm>
            <a:off x="534989" y="380683"/>
            <a:ext cx="1239567" cy="53371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5" name="Imagen 4">
            <a:extLst>
              <a:ext uri="{FF2B5EF4-FFF2-40B4-BE49-F238E27FC236}">
                <a16:creationId xmlns:a16="http://schemas.microsoft.com/office/drawing/2014/main" id="{89BC45EF-5FC1-8DA2-0FF6-5F92ADC2ADEC}"/>
              </a:ext>
            </a:extLst>
          </p:cNvPr>
          <p:cNvPicPr>
            <a:picLocks noChangeAspect="1"/>
          </p:cNvPicPr>
          <p:nvPr userDrawn="1"/>
        </p:nvPicPr>
        <p:blipFill>
          <a:blip r:embed="rId2"/>
          <a:srcRect l="21410" t="22063" r="66714" b="22063"/>
          <a:stretch/>
        </p:blipFill>
        <p:spPr>
          <a:xfrm>
            <a:off x="5727470" y="0"/>
            <a:ext cx="6464530" cy="6857999"/>
          </a:xfrm>
          <a:prstGeom prst="rect">
            <a:avLst/>
          </a:prstGeom>
        </p:spPr>
      </p:pic>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1"/>
                </a:solidFill>
              </a:defRPr>
            </a:lvl1p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1"/>
                </a:solidFill>
              </a:defRPr>
            </a:lvl1pPr>
          </a:lstStyle>
          <a:p>
            <a:fld id="{FF2CED2D-DE01-CB40-AEF5-C9DD7CD06225}" type="slidenum">
              <a:rPr lang="es-ES" smtClean="0"/>
              <a:pPr/>
              <a:t>‹Nº›</a:t>
            </a:fld>
            <a:endParaRPr lang="es-ES"/>
          </a:p>
        </p:txBody>
      </p:sp>
      <p:sp>
        <p:nvSpPr>
          <p:cNvPr id="3" name="Marcador de posición de imagen 2">
            <a:extLst>
              <a:ext uri="{FF2B5EF4-FFF2-40B4-BE49-F238E27FC236}">
                <a16:creationId xmlns:a16="http://schemas.microsoft.com/office/drawing/2014/main" id="{7309B4FE-BB65-C47F-19E4-9B799373EDBA}"/>
              </a:ext>
            </a:extLst>
          </p:cNvPr>
          <p:cNvSpPr>
            <a:spLocks noGrp="1"/>
          </p:cNvSpPr>
          <p:nvPr>
            <p:ph type="pic" sz="quarter" idx="21" hasCustomPrompt="1"/>
          </p:nvPr>
        </p:nvSpPr>
        <p:spPr>
          <a:xfrm>
            <a:off x="7122948" y="1068184"/>
            <a:ext cx="3673574" cy="4721629"/>
          </a:xfrm>
          <a:prstGeom prst="rect">
            <a:avLst/>
          </a:prstGeom>
        </p:spPr>
        <p:txBody>
          <a:bodyPr/>
          <a:lstStyle>
            <a:lvl1pPr marL="0" indent="0">
              <a:buNone/>
              <a:defRPr b="0" i="0">
                <a:solidFill>
                  <a:schemeClr val="bg1"/>
                </a:solidFill>
                <a:latin typeface="Arial" panose="020B0604020202020204" pitchFamily="34" charset="0"/>
                <a:cs typeface="Arial" panose="020B0604020202020204" pitchFamily="34" charset="0"/>
              </a:defRPr>
            </a:lvl1pPr>
          </a:lstStyle>
          <a:p>
            <a:r>
              <a:rPr lang="es-ES"/>
              <a:t>Imagen</a:t>
            </a:r>
          </a:p>
        </p:txBody>
      </p:sp>
      <p:pic>
        <p:nvPicPr>
          <p:cNvPr id="4" name="Imagen 1">
            <a:extLst>
              <a:ext uri="{FF2B5EF4-FFF2-40B4-BE49-F238E27FC236}">
                <a16:creationId xmlns:a16="http://schemas.microsoft.com/office/drawing/2014/main" id="{D675861D-4527-8AB6-0C6A-51A2B8CED9DB}"/>
              </a:ext>
            </a:extLst>
          </p:cNvPr>
          <p:cNvPicPr/>
          <p:nvPr userDrawn="1"/>
        </p:nvPicPr>
        <p:blipFill>
          <a:blip r:embed="rId3"/>
          <a:stretch>
            <a:fillRect/>
          </a:stretch>
        </p:blipFill>
        <p:spPr>
          <a:xfrm>
            <a:off x="660297" y="6335084"/>
            <a:ext cx="663716" cy="293070"/>
          </a:xfrm>
          <a:prstGeom prst="rect">
            <a:avLst/>
          </a:prstGeom>
        </p:spPr>
      </p:pic>
      <p:sp>
        <p:nvSpPr>
          <p:cNvPr id="13"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8" y="339982"/>
            <a:ext cx="4586138" cy="1179872"/>
          </a:xfrm>
          <a:prstGeom prst="rect">
            <a:avLst/>
          </a:prstGeom>
        </p:spPr>
        <p:txBody>
          <a:bodyPr/>
          <a:lstStyle>
            <a:lvl1pPr marL="0" indent="0">
              <a:buNone/>
              <a:defRPr sz="3200" b="1" i="0">
                <a:solidFill>
                  <a:schemeClr val="bg2"/>
                </a:solidFill>
                <a:latin typeface="Arial Narrow" panose="020B0604020202020204" pitchFamily="34" charset="0"/>
              </a:defRPr>
            </a:lvl1pPr>
          </a:lstStyle>
          <a:p>
            <a:pPr lvl="0"/>
            <a:r>
              <a:rPr lang="es-ES"/>
              <a:t>TITLE ALWAYS IN CAPITAL LETTERS</a:t>
            </a:r>
          </a:p>
        </p:txBody>
      </p:sp>
      <p:sp>
        <p:nvSpPr>
          <p:cNvPr id="9" name="Marcador de texto 4">
            <a:extLst>
              <a:ext uri="{FF2B5EF4-FFF2-40B4-BE49-F238E27FC236}">
                <a16:creationId xmlns:a16="http://schemas.microsoft.com/office/drawing/2014/main" id="{2204C7C1-7CBB-E735-9819-39B7C1FD34ED}"/>
              </a:ext>
            </a:extLst>
          </p:cNvPr>
          <p:cNvSpPr>
            <a:spLocks noGrp="1"/>
          </p:cNvSpPr>
          <p:nvPr>
            <p:ph type="body" sz="quarter" idx="18"/>
          </p:nvPr>
        </p:nvSpPr>
        <p:spPr>
          <a:xfrm>
            <a:off x="555624" y="1733550"/>
            <a:ext cx="4585821" cy="4316413"/>
          </a:xfrm>
          <a:prstGeom prst="rect">
            <a:avLst/>
          </a:prstGeom>
        </p:spPr>
        <p:txBody>
          <a:bodyPr/>
          <a:lstStyle>
            <a:lvl1pPr>
              <a:defRPr sz="1400">
                <a:solidFill>
                  <a:schemeClr val="bg2"/>
                </a:solidFill>
              </a:defRPr>
            </a:lvl1pPr>
            <a:lvl2pPr>
              <a:defRPr sz="1200">
                <a:solidFill>
                  <a:schemeClr val="bg2"/>
                </a:solidFill>
              </a:defRPr>
            </a:lvl2pPr>
            <a:lvl3pPr>
              <a:defRPr sz="1050">
                <a:solidFill>
                  <a:schemeClr val="bg2"/>
                </a:solidFill>
              </a:defRPr>
            </a:lvl3pPr>
            <a:lvl4pPr>
              <a:defRPr sz="1200"/>
            </a:lvl4pPr>
            <a:lvl5pPr>
              <a:defRPr sz="1200"/>
            </a:lvl5p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5791166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71_Movement">
    <p:bg>
      <p:bgPr>
        <a:solidFill>
          <a:schemeClr val="tx1"/>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3F0426F6-57C3-205A-0699-AED26F25C018}"/>
              </a:ext>
            </a:extLst>
          </p:cNvPr>
          <p:cNvSpPr/>
          <p:nvPr userDrawn="1"/>
        </p:nvSpPr>
        <p:spPr>
          <a:xfrm>
            <a:off x="534989" y="380683"/>
            <a:ext cx="1239567" cy="53371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5" name="Imagen 4">
            <a:extLst>
              <a:ext uri="{FF2B5EF4-FFF2-40B4-BE49-F238E27FC236}">
                <a16:creationId xmlns:a16="http://schemas.microsoft.com/office/drawing/2014/main" id="{89BC45EF-5FC1-8DA2-0FF6-5F92ADC2ADEC}"/>
              </a:ext>
            </a:extLst>
          </p:cNvPr>
          <p:cNvPicPr>
            <a:picLocks noChangeAspect="1"/>
          </p:cNvPicPr>
          <p:nvPr userDrawn="1"/>
        </p:nvPicPr>
        <p:blipFill>
          <a:blip r:embed="rId2"/>
          <a:srcRect l="21410" t="22063" r="66714" b="22063"/>
          <a:stretch/>
        </p:blipFill>
        <p:spPr>
          <a:xfrm>
            <a:off x="5727470" y="0"/>
            <a:ext cx="6464530" cy="6857999"/>
          </a:xfrm>
          <a:prstGeom prst="rect">
            <a:avLst/>
          </a:prstGeom>
        </p:spPr>
      </p:pic>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1"/>
                </a:solidFill>
              </a:defRPr>
            </a:lvl1p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1"/>
                </a:solidFill>
              </a:defRPr>
            </a:lvl1pPr>
          </a:lstStyle>
          <a:p>
            <a:fld id="{FF2CED2D-DE01-CB40-AEF5-C9DD7CD06225}" type="slidenum">
              <a:rPr lang="es-ES" smtClean="0"/>
              <a:pPr/>
              <a:t>‹Nº›</a:t>
            </a:fld>
            <a:endParaRPr lang="es-ES"/>
          </a:p>
        </p:txBody>
      </p:sp>
      <p:pic>
        <p:nvPicPr>
          <p:cNvPr id="3" name="Imagen 1">
            <a:extLst>
              <a:ext uri="{FF2B5EF4-FFF2-40B4-BE49-F238E27FC236}">
                <a16:creationId xmlns:a16="http://schemas.microsoft.com/office/drawing/2014/main" id="{A45727F1-AA64-4A51-FD50-2DCA814CC6C1}"/>
              </a:ext>
            </a:extLst>
          </p:cNvPr>
          <p:cNvPicPr/>
          <p:nvPr userDrawn="1"/>
        </p:nvPicPr>
        <p:blipFill>
          <a:blip r:embed="rId3"/>
          <a:stretch>
            <a:fillRect/>
          </a:stretch>
        </p:blipFill>
        <p:spPr>
          <a:xfrm>
            <a:off x="653742" y="6320455"/>
            <a:ext cx="663716" cy="293070"/>
          </a:xfrm>
          <a:prstGeom prst="rect">
            <a:avLst/>
          </a:prstGeom>
        </p:spPr>
      </p:pic>
      <p:sp>
        <p:nvSpPr>
          <p:cNvPr id="9"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7" y="339982"/>
            <a:ext cx="4585821" cy="1179872"/>
          </a:xfrm>
          <a:prstGeom prst="rect">
            <a:avLst/>
          </a:prstGeom>
        </p:spPr>
        <p:txBody>
          <a:bodyPr/>
          <a:lstStyle>
            <a:lvl1pPr marL="0" indent="0">
              <a:buNone/>
              <a:defRPr sz="3200" b="1" i="0">
                <a:solidFill>
                  <a:schemeClr val="bg2"/>
                </a:solidFill>
                <a:latin typeface="Arial Narrow" panose="020B0604020202020204" pitchFamily="34" charset="0"/>
              </a:defRPr>
            </a:lvl1pPr>
          </a:lstStyle>
          <a:p>
            <a:pPr lvl="0"/>
            <a:r>
              <a:rPr lang="es-ES"/>
              <a:t>TITLE ALWAYS IN CAPITAL LETTERS</a:t>
            </a:r>
          </a:p>
        </p:txBody>
      </p:sp>
      <p:sp>
        <p:nvSpPr>
          <p:cNvPr id="2" name="Marcador de texto 4">
            <a:extLst>
              <a:ext uri="{FF2B5EF4-FFF2-40B4-BE49-F238E27FC236}">
                <a16:creationId xmlns:a16="http://schemas.microsoft.com/office/drawing/2014/main" id="{D5663D69-33FD-1076-EB1B-C6E5E5C8A74A}"/>
              </a:ext>
            </a:extLst>
          </p:cNvPr>
          <p:cNvSpPr>
            <a:spLocks noGrp="1"/>
          </p:cNvSpPr>
          <p:nvPr>
            <p:ph type="body" sz="quarter" idx="18"/>
          </p:nvPr>
        </p:nvSpPr>
        <p:spPr>
          <a:xfrm>
            <a:off x="555624" y="1733550"/>
            <a:ext cx="4585821" cy="4316413"/>
          </a:xfrm>
          <a:prstGeom prst="rect">
            <a:avLst/>
          </a:prstGeom>
        </p:spPr>
        <p:txBody>
          <a:bodyPr/>
          <a:lstStyle>
            <a:lvl1pPr>
              <a:defRPr sz="1400">
                <a:solidFill>
                  <a:schemeClr val="bg2"/>
                </a:solidFill>
              </a:defRPr>
            </a:lvl1pPr>
            <a:lvl2pPr>
              <a:defRPr sz="1200">
                <a:solidFill>
                  <a:schemeClr val="bg2"/>
                </a:solidFill>
              </a:defRPr>
            </a:lvl2pPr>
            <a:lvl3pPr>
              <a:defRPr sz="1050">
                <a:solidFill>
                  <a:schemeClr val="bg2"/>
                </a:solidFill>
              </a:defRPr>
            </a:lvl3pPr>
            <a:lvl4pPr>
              <a:defRPr sz="1200"/>
            </a:lvl4pPr>
            <a:lvl5pPr>
              <a:defRPr sz="1200"/>
            </a:lvl5p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22846577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72_Movement">
    <p:bg>
      <p:bgPr>
        <a:solidFill>
          <a:schemeClr val="tx1"/>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9BC45EF-5FC1-8DA2-0FF6-5F92ADC2ADEC}"/>
              </a:ext>
            </a:extLst>
          </p:cNvPr>
          <p:cNvPicPr>
            <a:picLocks noChangeAspect="1"/>
          </p:cNvPicPr>
          <p:nvPr userDrawn="1"/>
        </p:nvPicPr>
        <p:blipFill>
          <a:blip r:embed="rId2"/>
          <a:srcRect l="20946" t="22063" r="56656" b="22063"/>
          <a:stretch/>
        </p:blipFill>
        <p:spPr>
          <a:xfrm>
            <a:off x="0" y="0"/>
            <a:ext cx="12192000" cy="6857999"/>
          </a:xfrm>
          <a:prstGeom prst="rect">
            <a:avLst/>
          </a:prstGeom>
        </p:spPr>
      </p:pic>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1"/>
                </a:solidFill>
              </a:defRPr>
            </a:lvl1p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1"/>
                </a:solidFill>
              </a:defRPr>
            </a:lvl1pPr>
          </a:lstStyle>
          <a:p>
            <a:fld id="{FF2CED2D-DE01-CB40-AEF5-C9DD7CD06225}" type="slidenum">
              <a:rPr lang="es-ES" smtClean="0"/>
              <a:pPr/>
              <a:t>‹Nº›</a:t>
            </a:fld>
            <a:endParaRPr lang="es-ES"/>
          </a:p>
        </p:txBody>
      </p:sp>
      <p:sp>
        <p:nvSpPr>
          <p:cNvPr id="3" name="Marcador de posición de imagen 2">
            <a:extLst>
              <a:ext uri="{FF2B5EF4-FFF2-40B4-BE49-F238E27FC236}">
                <a16:creationId xmlns:a16="http://schemas.microsoft.com/office/drawing/2014/main" id="{7309B4FE-BB65-C47F-19E4-9B799373EDBA}"/>
              </a:ext>
            </a:extLst>
          </p:cNvPr>
          <p:cNvSpPr>
            <a:spLocks noGrp="1"/>
          </p:cNvSpPr>
          <p:nvPr>
            <p:ph type="pic" sz="quarter" idx="21" hasCustomPrompt="1"/>
          </p:nvPr>
        </p:nvSpPr>
        <p:spPr>
          <a:xfrm>
            <a:off x="2097619" y="1152426"/>
            <a:ext cx="7996761" cy="4626205"/>
          </a:xfrm>
          <a:prstGeom prst="rect">
            <a:avLst/>
          </a:prstGeom>
        </p:spPr>
        <p:txBody>
          <a:bodyPr/>
          <a:lstStyle>
            <a:lvl1pPr marL="0" indent="0">
              <a:buNone/>
              <a:defRPr b="0" i="0">
                <a:solidFill>
                  <a:schemeClr val="bg1"/>
                </a:solidFill>
                <a:latin typeface="Arial" panose="020B0604020202020204" pitchFamily="34" charset="0"/>
                <a:cs typeface="Arial" panose="020B0604020202020204" pitchFamily="34" charset="0"/>
              </a:defRPr>
            </a:lvl1pPr>
          </a:lstStyle>
          <a:p>
            <a:r>
              <a:rPr lang="es-ES"/>
              <a:t>Imagen</a:t>
            </a:r>
          </a:p>
        </p:txBody>
      </p:sp>
      <p:pic>
        <p:nvPicPr>
          <p:cNvPr id="4" name="Imagen 1">
            <a:extLst>
              <a:ext uri="{FF2B5EF4-FFF2-40B4-BE49-F238E27FC236}">
                <a16:creationId xmlns:a16="http://schemas.microsoft.com/office/drawing/2014/main" id="{53CCF35D-594D-B2CF-D68A-D151712ABBA1}"/>
              </a:ext>
            </a:extLst>
          </p:cNvPr>
          <p:cNvPicPr/>
          <p:nvPr userDrawn="1"/>
        </p:nvPicPr>
        <p:blipFill>
          <a:blip r:embed="rId3"/>
          <a:stretch>
            <a:fillRect/>
          </a:stretch>
        </p:blipFill>
        <p:spPr>
          <a:xfrm>
            <a:off x="653742" y="6320455"/>
            <a:ext cx="663716" cy="293070"/>
          </a:xfrm>
          <a:prstGeom prst="rect">
            <a:avLst/>
          </a:prstGeom>
        </p:spPr>
      </p:pic>
    </p:spTree>
    <p:extLst>
      <p:ext uri="{BB962C8B-B14F-4D97-AF65-F5344CB8AC3E}">
        <p14:creationId xmlns:p14="http://schemas.microsoft.com/office/powerpoint/2010/main" val="262263427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73_Movement">
    <p:bg>
      <p:bgPr>
        <a:solidFill>
          <a:schemeClr val="tx1"/>
        </a:solidFill>
        <a:effectLst/>
      </p:bgPr>
    </p:bg>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1"/>
                </a:solidFill>
              </a:defRPr>
            </a:lvl1p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1"/>
                </a:solidFill>
              </a:defRPr>
            </a:lvl1pPr>
          </a:lstStyle>
          <a:p>
            <a:fld id="{FF2CED2D-DE01-CB40-AEF5-C9DD7CD06225}" type="slidenum">
              <a:rPr lang="es-ES" smtClean="0"/>
              <a:pPr/>
              <a:t>‹Nº›</a:t>
            </a:fld>
            <a:endParaRPr lang="es-ES"/>
          </a:p>
        </p:txBody>
      </p:sp>
      <p:sp>
        <p:nvSpPr>
          <p:cNvPr id="3" name="Marcador de texto 16">
            <a:extLst>
              <a:ext uri="{FF2B5EF4-FFF2-40B4-BE49-F238E27FC236}">
                <a16:creationId xmlns:a16="http://schemas.microsoft.com/office/drawing/2014/main" id="{419EBCED-DD09-F1A2-2386-E3C417AB4652}"/>
              </a:ext>
            </a:extLst>
          </p:cNvPr>
          <p:cNvSpPr>
            <a:spLocks noGrp="1"/>
          </p:cNvSpPr>
          <p:nvPr>
            <p:ph type="body" sz="quarter" idx="17"/>
          </p:nvPr>
        </p:nvSpPr>
        <p:spPr>
          <a:xfrm>
            <a:off x="7060677" y="923827"/>
            <a:ext cx="4524638" cy="4967926"/>
          </a:xfrm>
          <a:prstGeom prst="rect">
            <a:avLst/>
          </a:prstGeom>
        </p:spPr>
        <p:txBody>
          <a:bodyPr/>
          <a:lstStyle>
            <a:lvl1pPr>
              <a:defRPr sz="1400" b="0" i="0">
                <a:solidFill>
                  <a:schemeClr val="bg1"/>
                </a:solidFill>
                <a:latin typeface="Arial" panose="020B0604020202020204" pitchFamily="34" charset="0"/>
                <a:cs typeface="Arial" panose="020B0604020202020204" pitchFamily="34" charset="0"/>
              </a:defRPr>
            </a:lvl1pPr>
          </a:lstStyle>
          <a:p>
            <a:pPr lvl="0"/>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lang="es-ES"/>
          </a:p>
          <a:p>
            <a:pPr lvl="0"/>
            <a:endParaRPr lang="es-ES"/>
          </a:p>
          <a:p>
            <a:pPr lvl="0"/>
            <a:endParaRPr lang="es-ES"/>
          </a:p>
          <a:p>
            <a:pPr lvl="0"/>
            <a:endParaRPr lang="es-ES"/>
          </a:p>
        </p:txBody>
      </p:sp>
      <p:pic>
        <p:nvPicPr>
          <p:cNvPr id="4" name="Imagen 3">
            <a:extLst>
              <a:ext uri="{FF2B5EF4-FFF2-40B4-BE49-F238E27FC236}">
                <a16:creationId xmlns:a16="http://schemas.microsoft.com/office/drawing/2014/main" id="{6060FABD-9378-7CAC-F4FD-E781BF5A3B89}"/>
              </a:ext>
            </a:extLst>
          </p:cNvPr>
          <p:cNvPicPr>
            <a:picLocks noChangeAspect="1"/>
          </p:cNvPicPr>
          <p:nvPr userDrawn="1"/>
        </p:nvPicPr>
        <p:blipFill>
          <a:blip r:embed="rId2"/>
          <a:srcRect l="20596" t="22063" r="67528" b="22063"/>
          <a:stretch/>
        </p:blipFill>
        <p:spPr>
          <a:xfrm>
            <a:off x="0" y="0"/>
            <a:ext cx="6464530" cy="6857999"/>
          </a:xfrm>
          <a:prstGeom prst="rect">
            <a:avLst/>
          </a:prstGeom>
        </p:spPr>
      </p:pic>
      <p:sp>
        <p:nvSpPr>
          <p:cNvPr id="13"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1028162" y="2590964"/>
            <a:ext cx="4411104" cy="1676071"/>
          </a:xfrm>
          <a:prstGeom prst="rect">
            <a:avLst/>
          </a:prstGeom>
        </p:spPr>
        <p:txBody>
          <a:bodyPr anchor="ctr"/>
          <a:lstStyle>
            <a:lvl1pPr marL="0" indent="0" algn="ctr">
              <a:buNone/>
              <a:defRPr sz="4000" b="1" i="0">
                <a:solidFill>
                  <a:schemeClr val="bg1"/>
                </a:solidFill>
                <a:latin typeface="Arial Narrow" panose="020B0604020202020204" pitchFamily="34" charset="0"/>
              </a:defRPr>
            </a:lvl1pPr>
          </a:lstStyle>
          <a:p>
            <a:pPr lvl="0"/>
            <a:r>
              <a:rPr lang="es-ES"/>
              <a:t>TITLE ALWAYS IN CAPITAL LETTERS</a:t>
            </a:r>
          </a:p>
        </p:txBody>
      </p:sp>
      <p:pic>
        <p:nvPicPr>
          <p:cNvPr id="2" name="Imagen 1">
            <a:extLst>
              <a:ext uri="{FF2B5EF4-FFF2-40B4-BE49-F238E27FC236}">
                <a16:creationId xmlns:a16="http://schemas.microsoft.com/office/drawing/2014/main" id="{697E3CFC-719E-C12B-D225-F0C3D63D4489}"/>
              </a:ext>
            </a:extLst>
          </p:cNvPr>
          <p:cNvPicPr/>
          <p:nvPr userDrawn="1"/>
        </p:nvPicPr>
        <p:blipFill>
          <a:blip r:embed="rId3"/>
          <a:stretch>
            <a:fillRect/>
          </a:stretch>
        </p:blipFill>
        <p:spPr>
          <a:xfrm>
            <a:off x="653742" y="6320455"/>
            <a:ext cx="663716" cy="293070"/>
          </a:xfrm>
          <a:prstGeom prst="rect">
            <a:avLst/>
          </a:prstGeom>
        </p:spPr>
      </p:pic>
    </p:spTree>
    <p:extLst>
      <p:ext uri="{BB962C8B-B14F-4D97-AF65-F5344CB8AC3E}">
        <p14:creationId xmlns:p14="http://schemas.microsoft.com/office/powerpoint/2010/main" val="416367001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74_Movement">
    <p:bg>
      <p:bgPr>
        <a:solidFill>
          <a:schemeClr val="tx1"/>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060FABD-9378-7CAC-F4FD-E781BF5A3B89}"/>
              </a:ext>
            </a:extLst>
          </p:cNvPr>
          <p:cNvPicPr>
            <a:picLocks noChangeAspect="1"/>
          </p:cNvPicPr>
          <p:nvPr userDrawn="1"/>
        </p:nvPicPr>
        <p:blipFill>
          <a:blip r:embed="rId2"/>
          <a:srcRect l="17851" t="25404" r="37673" b="19120"/>
          <a:stretch/>
        </p:blipFill>
        <p:spPr>
          <a:xfrm>
            <a:off x="0" y="1"/>
            <a:ext cx="12192000" cy="3428999"/>
          </a:xfrm>
          <a:prstGeom prst="rect">
            <a:avLst/>
          </a:prstGeom>
        </p:spPr>
      </p:pic>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bg1"/>
                </a:solidFill>
              </a:defRPr>
            </a:lvl1p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bg1"/>
                </a:solidFill>
              </a:defRPr>
            </a:lvl1pPr>
          </a:lstStyle>
          <a:p>
            <a:fld id="{FF2CED2D-DE01-CB40-AEF5-C9DD7CD06225}" type="slidenum">
              <a:rPr lang="es-ES" smtClean="0"/>
              <a:pPr/>
              <a:t>‹Nº›</a:t>
            </a:fld>
            <a:endParaRPr lang="es-ES"/>
          </a:p>
        </p:txBody>
      </p:sp>
      <p:sp>
        <p:nvSpPr>
          <p:cNvPr id="3" name="Marcador de texto 16">
            <a:extLst>
              <a:ext uri="{FF2B5EF4-FFF2-40B4-BE49-F238E27FC236}">
                <a16:creationId xmlns:a16="http://schemas.microsoft.com/office/drawing/2014/main" id="{419EBCED-DD09-F1A2-2386-E3C417AB4652}"/>
              </a:ext>
            </a:extLst>
          </p:cNvPr>
          <p:cNvSpPr>
            <a:spLocks noGrp="1"/>
          </p:cNvSpPr>
          <p:nvPr>
            <p:ph type="body" sz="quarter" idx="17"/>
          </p:nvPr>
        </p:nvSpPr>
        <p:spPr>
          <a:xfrm>
            <a:off x="5147733" y="4291415"/>
            <a:ext cx="6163734" cy="1192359"/>
          </a:xfrm>
          <a:prstGeom prst="rect">
            <a:avLst/>
          </a:prstGeom>
        </p:spPr>
        <p:txBody>
          <a:bodyPr/>
          <a:lstStyle>
            <a:lvl1pPr marL="342900" indent="-342900">
              <a:buFont typeface="+mj-lt"/>
              <a:buAutoNum type="arabicPeriod"/>
              <a:defRPr sz="1600" b="0" i="0">
                <a:solidFill>
                  <a:schemeClr val="bg1"/>
                </a:solidFill>
                <a:latin typeface="Arial" panose="020B0604020202020204" pitchFamily="34" charset="0"/>
                <a:cs typeface="Arial" panose="020B0604020202020204" pitchFamily="34" charset="0"/>
              </a:defRPr>
            </a:lvl1pPr>
          </a:lstStyle>
          <a:p>
            <a:pPr lvl="0"/>
            <a:r>
              <a:rPr lang="es-ES"/>
              <a:t>Haga clic para modificar</a:t>
            </a:r>
          </a:p>
          <a:p>
            <a:pPr marL="342900" marR="0" lvl="0" indent="-342900" algn="l" defTabSz="914400" rtl="0" eaLnBrk="1" fontAlgn="auto" latinLnBrk="0" hangingPunct="1">
              <a:lnSpc>
                <a:spcPct val="90000"/>
              </a:lnSpc>
              <a:spcBef>
                <a:spcPts val="1000"/>
              </a:spcBef>
              <a:spcAft>
                <a:spcPts val="0"/>
              </a:spcAft>
              <a:buClrTx/>
              <a:buSzTx/>
              <a:buFont typeface="+mj-lt"/>
              <a:buAutoNum type="arabicPeriod"/>
              <a:tabLst/>
              <a:defRPr/>
            </a:pPr>
            <a:r>
              <a:rPr lang="es-ES"/>
              <a:t>Haga clic para modificar</a:t>
            </a:r>
          </a:p>
          <a:p>
            <a:pPr marL="342900" marR="0" lvl="0" indent="-342900" algn="l" defTabSz="914400" rtl="0" eaLnBrk="1" fontAlgn="auto" latinLnBrk="0" hangingPunct="1">
              <a:lnSpc>
                <a:spcPct val="90000"/>
              </a:lnSpc>
              <a:spcBef>
                <a:spcPts val="1000"/>
              </a:spcBef>
              <a:spcAft>
                <a:spcPts val="0"/>
              </a:spcAft>
              <a:buClrTx/>
              <a:buSzTx/>
              <a:buFont typeface="+mj-lt"/>
              <a:buAutoNum type="arabicPeriod"/>
              <a:tabLst/>
              <a:defRPr/>
            </a:pPr>
            <a:r>
              <a:rPr lang="es-ES"/>
              <a:t>Haga clic para modificar</a:t>
            </a:r>
          </a:p>
          <a:p>
            <a:pPr marL="342900" marR="0" lvl="0" indent="-342900" algn="l" defTabSz="914400" rtl="0" eaLnBrk="1" fontAlgn="auto" latinLnBrk="0" hangingPunct="1">
              <a:lnSpc>
                <a:spcPct val="90000"/>
              </a:lnSpc>
              <a:spcBef>
                <a:spcPts val="1000"/>
              </a:spcBef>
              <a:spcAft>
                <a:spcPts val="0"/>
              </a:spcAft>
              <a:buClrTx/>
              <a:buSzTx/>
              <a:buFont typeface="+mj-lt"/>
              <a:buAutoNum type="arabicPeriod"/>
              <a:tabLst/>
              <a:defRPr/>
            </a:pPr>
            <a:endParaRPr lang="es-ES"/>
          </a:p>
          <a:p>
            <a:pPr lvl="0"/>
            <a:endParaRPr lang="es-ES"/>
          </a:p>
          <a:p>
            <a:pPr lvl="0"/>
            <a:endParaRPr lang="es-ES"/>
          </a:p>
          <a:p>
            <a:pPr lvl="0"/>
            <a:endParaRPr lang="es-ES"/>
          </a:p>
          <a:p>
            <a:pPr lvl="0"/>
            <a:endParaRPr lang="es-ES"/>
          </a:p>
        </p:txBody>
      </p:sp>
      <p:sp>
        <p:nvSpPr>
          <p:cNvPr id="2" name="Marcador de texto 2">
            <a:extLst>
              <a:ext uri="{FF2B5EF4-FFF2-40B4-BE49-F238E27FC236}">
                <a16:creationId xmlns:a16="http://schemas.microsoft.com/office/drawing/2014/main" id="{57F0914C-158E-E613-C727-265270F08120}"/>
              </a:ext>
            </a:extLst>
          </p:cNvPr>
          <p:cNvSpPr>
            <a:spLocks noGrp="1"/>
          </p:cNvSpPr>
          <p:nvPr>
            <p:ph type="body" sz="quarter" idx="20" hasCustomPrompt="1"/>
          </p:nvPr>
        </p:nvSpPr>
        <p:spPr>
          <a:xfrm>
            <a:off x="575629" y="4301575"/>
            <a:ext cx="3762692" cy="1192359"/>
          </a:xfrm>
          <a:prstGeom prst="rect">
            <a:avLst/>
          </a:prstGeom>
        </p:spPr>
        <p:txBody>
          <a:bodyPr anchor="t"/>
          <a:lstStyle>
            <a:lvl1pPr marL="0" indent="0">
              <a:lnSpc>
                <a:spcPct val="100000"/>
              </a:lnSpc>
              <a:buNone/>
              <a:defRPr sz="2800" b="1" i="0">
                <a:solidFill>
                  <a:schemeClr val="bg1"/>
                </a:solidFill>
                <a:latin typeface="Arial Narrow" panose="020B0604020202020204" pitchFamily="34" charset="0"/>
                <a:cs typeface="Graphik Medium" pitchFamily="2" charset="77"/>
              </a:defRPr>
            </a:lvl1pPr>
          </a:lstStyle>
          <a:p>
            <a:pPr lvl="0"/>
            <a:r>
              <a:rPr lang="es-ES"/>
              <a:t>TITLE ALWAYS IN CAPITAL LETTERS</a:t>
            </a:r>
          </a:p>
        </p:txBody>
      </p:sp>
      <p:pic>
        <p:nvPicPr>
          <p:cNvPr id="5" name="Imagen 1">
            <a:extLst>
              <a:ext uri="{FF2B5EF4-FFF2-40B4-BE49-F238E27FC236}">
                <a16:creationId xmlns:a16="http://schemas.microsoft.com/office/drawing/2014/main" id="{2C2F22CD-537E-0B7D-574D-2DCBC73F1E80}"/>
              </a:ext>
            </a:extLst>
          </p:cNvPr>
          <p:cNvPicPr/>
          <p:nvPr userDrawn="1"/>
        </p:nvPicPr>
        <p:blipFill>
          <a:blip r:embed="rId3"/>
          <a:stretch>
            <a:fillRect/>
          </a:stretch>
        </p:blipFill>
        <p:spPr>
          <a:xfrm>
            <a:off x="653742" y="6320455"/>
            <a:ext cx="663716" cy="293070"/>
          </a:xfrm>
          <a:prstGeom prst="rect">
            <a:avLst/>
          </a:prstGeom>
        </p:spPr>
      </p:pic>
    </p:spTree>
    <p:extLst>
      <p:ext uri="{BB962C8B-B14F-4D97-AF65-F5344CB8AC3E}">
        <p14:creationId xmlns:p14="http://schemas.microsoft.com/office/powerpoint/2010/main" val="235762190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75_Movement">
    <p:bg>
      <p:bgPr>
        <a:solidFill>
          <a:srgbClr val="0042ED"/>
        </a:solid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3B5B7D9-943E-7EEB-7360-047B2ECE7388}"/>
              </a:ext>
            </a:extLst>
          </p:cNvPr>
          <p:cNvPicPr>
            <a:picLocks noChangeAspect="1"/>
          </p:cNvPicPr>
          <p:nvPr userDrawn="1"/>
        </p:nvPicPr>
        <p:blipFill>
          <a:blip r:embed="rId2"/>
          <a:srcRect l="42264" t="18753" r="25114" b="18594"/>
          <a:stretch/>
        </p:blipFill>
        <p:spPr>
          <a:xfrm>
            <a:off x="0" y="0"/>
            <a:ext cx="12192000" cy="6871856"/>
          </a:xfrm>
          <a:prstGeom prst="rect">
            <a:avLst/>
          </a:prstGeom>
        </p:spPr>
      </p:pic>
      <p:sp>
        <p:nvSpPr>
          <p:cNvPr id="3" name="Marcador de texto 37">
            <a:extLst>
              <a:ext uri="{FF2B5EF4-FFF2-40B4-BE49-F238E27FC236}">
                <a16:creationId xmlns:a16="http://schemas.microsoft.com/office/drawing/2014/main" id="{F71A1B85-118A-2A24-17AB-807FB84AEBC1}"/>
              </a:ext>
            </a:extLst>
          </p:cNvPr>
          <p:cNvSpPr>
            <a:spLocks noGrp="1"/>
          </p:cNvSpPr>
          <p:nvPr>
            <p:ph type="body" sz="quarter" idx="19" hasCustomPrompt="1"/>
          </p:nvPr>
        </p:nvSpPr>
        <p:spPr>
          <a:xfrm>
            <a:off x="2054234" y="3168277"/>
            <a:ext cx="8083532" cy="679210"/>
          </a:xfrm>
          <a:prstGeom prst="rect">
            <a:avLst/>
          </a:prstGeom>
        </p:spPr>
        <p:txBody>
          <a:bodyPr anchor="ctr"/>
          <a:lstStyle>
            <a:lvl1pPr marL="0" indent="0" algn="ctr">
              <a:buNone/>
              <a:defRPr sz="4400" b="1" i="0">
                <a:solidFill>
                  <a:schemeClr val="bg1"/>
                </a:solidFill>
                <a:latin typeface="Arial Narrow" panose="020B0604020202020204" pitchFamily="34" charset="0"/>
              </a:defRPr>
            </a:lvl1pPr>
          </a:lstStyle>
          <a:p>
            <a:pPr algn="ctr"/>
            <a:r>
              <a:rPr lang="es-ES" sz="4400">
                <a:solidFill>
                  <a:schemeClr val="bg1"/>
                </a:solidFill>
                <a:latin typeface="Graphik Compact Medium" pitchFamily="2" charset="77"/>
              </a:rPr>
              <a:t>FLYING FORWARD, TOGETHER</a:t>
            </a:r>
          </a:p>
        </p:txBody>
      </p:sp>
      <p:pic>
        <p:nvPicPr>
          <p:cNvPr id="2" name="Imagen 1">
            <a:extLst>
              <a:ext uri="{FF2B5EF4-FFF2-40B4-BE49-F238E27FC236}">
                <a16:creationId xmlns:a16="http://schemas.microsoft.com/office/drawing/2014/main" id="{FE34FCE2-202F-1F03-C342-C06015B6CD26}"/>
              </a:ext>
            </a:extLst>
          </p:cNvPr>
          <p:cNvPicPr/>
          <p:nvPr userDrawn="1"/>
        </p:nvPicPr>
        <p:blipFill>
          <a:blip r:embed="rId3"/>
          <a:stretch>
            <a:fillRect/>
          </a:stretch>
        </p:blipFill>
        <p:spPr>
          <a:xfrm>
            <a:off x="653742" y="6320455"/>
            <a:ext cx="663716" cy="293070"/>
          </a:xfrm>
          <a:prstGeom prst="rect">
            <a:avLst/>
          </a:prstGeom>
        </p:spPr>
      </p:pic>
    </p:spTree>
    <p:extLst>
      <p:ext uri="{BB962C8B-B14F-4D97-AF65-F5344CB8AC3E}">
        <p14:creationId xmlns:p14="http://schemas.microsoft.com/office/powerpoint/2010/main" val="142224728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76_Movement">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p>
            <a:r>
              <a:rPr lang="es-ES" err="1"/>
              <a:t>Proprietary</a:t>
            </a:r>
            <a:r>
              <a:rPr lang="es-ES"/>
              <a:t> </a:t>
            </a:r>
            <a:r>
              <a:rPr lang="es-ES" err="1"/>
              <a:t>Information</a:t>
            </a:r>
            <a:r>
              <a:rPr lang="es-ES"/>
              <a:t> - </a:t>
            </a:r>
            <a:r>
              <a:rPr lang="es-ES" err="1"/>
              <a:t>Confidential</a:t>
            </a:r>
            <a:endParaRPr lang="es-ES"/>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p>
            <a:fld id="{FF2CED2D-DE01-CB40-AEF5-C9DD7CD06225}" type="slidenum">
              <a:rPr lang="es-ES" smtClean="0"/>
              <a:t>‹Nº›</a:t>
            </a:fld>
            <a:endParaRPr lang="es-ES"/>
          </a:p>
        </p:txBody>
      </p:sp>
      <p:pic>
        <p:nvPicPr>
          <p:cNvPr id="8" name="Imagen 7">
            <a:extLst>
              <a:ext uri="{FF2B5EF4-FFF2-40B4-BE49-F238E27FC236}">
                <a16:creationId xmlns:a16="http://schemas.microsoft.com/office/drawing/2014/main" id="{89BC45EF-5FC1-8DA2-0FF6-5F92ADC2ADEC}"/>
              </a:ext>
            </a:extLst>
          </p:cNvPr>
          <p:cNvPicPr>
            <a:picLocks noChangeAspect="1"/>
          </p:cNvPicPr>
          <p:nvPr userDrawn="1"/>
        </p:nvPicPr>
        <p:blipFill>
          <a:blip r:embed="rId2"/>
          <a:srcRect l="21410" t="22063" r="66714" b="22063"/>
          <a:stretch/>
        </p:blipFill>
        <p:spPr>
          <a:xfrm>
            <a:off x="5727470" y="0"/>
            <a:ext cx="6464530" cy="6857999"/>
          </a:xfrm>
          <a:prstGeom prst="rect">
            <a:avLst/>
          </a:prstGeom>
        </p:spPr>
      </p:pic>
      <p:sp>
        <p:nvSpPr>
          <p:cNvPr id="9" name="Marcador de posición de imagen 2">
            <a:extLst>
              <a:ext uri="{FF2B5EF4-FFF2-40B4-BE49-F238E27FC236}">
                <a16:creationId xmlns:a16="http://schemas.microsoft.com/office/drawing/2014/main" id="{7309B4FE-BB65-C47F-19E4-9B799373EDBA}"/>
              </a:ext>
            </a:extLst>
          </p:cNvPr>
          <p:cNvSpPr>
            <a:spLocks noGrp="1"/>
          </p:cNvSpPr>
          <p:nvPr>
            <p:ph type="pic" sz="quarter" idx="21" hasCustomPrompt="1"/>
          </p:nvPr>
        </p:nvSpPr>
        <p:spPr>
          <a:xfrm>
            <a:off x="7122948" y="1068184"/>
            <a:ext cx="3673574" cy="4721629"/>
          </a:xfrm>
          <a:prstGeom prst="rect">
            <a:avLst/>
          </a:prstGeom>
        </p:spPr>
        <p:txBody>
          <a:bodyPr/>
          <a:lstStyle>
            <a:lvl1pPr marL="0" indent="0">
              <a:buNone/>
              <a:defRPr b="0" i="0">
                <a:solidFill>
                  <a:schemeClr val="bg1"/>
                </a:solidFill>
                <a:latin typeface="Arial" panose="020B0604020202020204" pitchFamily="34" charset="0"/>
                <a:cs typeface="Arial" panose="020B0604020202020204" pitchFamily="34" charset="0"/>
              </a:defRPr>
            </a:lvl1pPr>
          </a:lstStyle>
          <a:p>
            <a:r>
              <a:rPr lang="es-ES"/>
              <a:t>Imagen</a:t>
            </a:r>
          </a:p>
        </p:txBody>
      </p:sp>
      <p:sp>
        <p:nvSpPr>
          <p:cNvPr id="10" name="Marcador de texto 12">
            <a:extLst>
              <a:ext uri="{FF2B5EF4-FFF2-40B4-BE49-F238E27FC236}">
                <a16:creationId xmlns:a16="http://schemas.microsoft.com/office/drawing/2014/main" id="{5ED66C6D-4834-CB4E-DD6F-866035BF6224}"/>
              </a:ext>
            </a:extLst>
          </p:cNvPr>
          <p:cNvSpPr>
            <a:spLocks noGrp="1"/>
          </p:cNvSpPr>
          <p:nvPr>
            <p:ph type="body" sz="quarter" idx="14" hasCustomPrompt="1"/>
          </p:nvPr>
        </p:nvSpPr>
        <p:spPr>
          <a:xfrm>
            <a:off x="555307" y="339982"/>
            <a:ext cx="4829491" cy="1179872"/>
          </a:xfrm>
          <a:prstGeom prst="rect">
            <a:avLst/>
          </a:prstGeom>
        </p:spPr>
        <p:txBody>
          <a:bodyPr/>
          <a:lstStyle>
            <a:lvl1pPr marL="0" indent="0">
              <a:buNone/>
              <a:defRPr sz="3200" b="1" i="0">
                <a:solidFill>
                  <a:srgbClr val="0042ED"/>
                </a:solidFill>
                <a:latin typeface="Arial Narrow" panose="020B0604020202020204" pitchFamily="34" charset="0"/>
              </a:defRPr>
            </a:lvl1pPr>
          </a:lstStyle>
          <a:p>
            <a:pPr lvl="0"/>
            <a:r>
              <a:rPr lang="es-ES"/>
              <a:t>TITLE ALWAYS IN CAPITAL LETTERS</a:t>
            </a:r>
          </a:p>
        </p:txBody>
      </p:sp>
      <p:sp>
        <p:nvSpPr>
          <p:cNvPr id="11" name="Marcador de texto 16">
            <a:extLst>
              <a:ext uri="{FF2B5EF4-FFF2-40B4-BE49-F238E27FC236}">
                <a16:creationId xmlns:a16="http://schemas.microsoft.com/office/drawing/2014/main" id="{7213C399-11D2-A211-97A8-23AE85C08659}"/>
              </a:ext>
            </a:extLst>
          </p:cNvPr>
          <p:cNvSpPr>
            <a:spLocks noGrp="1"/>
          </p:cNvSpPr>
          <p:nvPr>
            <p:ph type="body" sz="quarter" idx="16" hasCustomPrompt="1"/>
          </p:nvPr>
        </p:nvSpPr>
        <p:spPr>
          <a:xfrm>
            <a:off x="555308" y="1733407"/>
            <a:ext cx="4829492" cy="4316411"/>
          </a:xfrm>
          <a:prstGeom prst="rect">
            <a:avLst/>
          </a:prstGeom>
        </p:spPr>
        <p:txBody>
          <a:bodyPr/>
          <a:lstStyle>
            <a:lvl1pPr>
              <a:defRPr sz="1400" b="0" i="0">
                <a:latin typeface="Arial" panose="020B0604020202020204" pitchFamily="34" charset="0"/>
                <a:cs typeface="Arial" panose="020B0604020202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s-ES"/>
              <a:t>Haga clic para modificar</a:t>
            </a:r>
          </a:p>
          <a:p>
            <a:pPr lvl="0"/>
            <a:endParaRPr lang="es-ES"/>
          </a:p>
          <a:p>
            <a:pPr lvl="0"/>
            <a:endParaRPr lang="es-ES"/>
          </a:p>
          <a:p>
            <a:pPr lvl="0"/>
            <a:endParaRPr lang="es-ES"/>
          </a:p>
        </p:txBody>
      </p:sp>
    </p:spTree>
    <p:extLst>
      <p:ext uri="{BB962C8B-B14F-4D97-AF65-F5344CB8AC3E}">
        <p14:creationId xmlns:p14="http://schemas.microsoft.com/office/powerpoint/2010/main" val="391239191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77_Movement">
    <p:bg>
      <p:bgPr>
        <a:solidFill>
          <a:schemeClr val="bg1"/>
        </a:solidFill>
        <a:effectLst/>
      </p:bgPr>
    </p:bg>
    <p:spTree>
      <p:nvGrpSpPr>
        <p:cNvPr id="1" name=""/>
        <p:cNvGrpSpPr/>
        <p:nvPr/>
      </p:nvGrpSpPr>
      <p:grpSpPr>
        <a:xfrm>
          <a:off x="0" y="0"/>
          <a:ext cx="0" cy="0"/>
          <a:chOff x="0" y="0"/>
          <a:chExt cx="0" cy="0"/>
        </a:xfrm>
      </p:grpSpPr>
      <p:sp>
        <p:nvSpPr>
          <p:cNvPr id="6" name="Marcador de pie de página 5">
            <a:extLst>
              <a:ext uri="{FF2B5EF4-FFF2-40B4-BE49-F238E27FC236}">
                <a16:creationId xmlns:a16="http://schemas.microsoft.com/office/drawing/2014/main" id="{1990C880-2160-4605-ED69-B8794E881968}"/>
              </a:ext>
            </a:extLst>
          </p:cNvPr>
          <p:cNvSpPr>
            <a:spLocks noGrp="1"/>
          </p:cNvSpPr>
          <p:nvPr>
            <p:ph type="ftr" sz="quarter" idx="11"/>
          </p:nvPr>
        </p:nvSpPr>
        <p:spPr/>
        <p:txBody>
          <a:bodyPr/>
          <a:lstStyle>
            <a:lvl1pPr>
              <a:defRPr>
                <a:solidFill>
                  <a:schemeClr val="tx1"/>
                </a:solidFill>
              </a:defRPr>
            </a:lvl1pPr>
          </a:lstStyle>
          <a:p>
            <a:r>
              <a:rPr lang="es-ES"/>
              <a:t>Proprietary Information - Confidential</a:t>
            </a:r>
          </a:p>
        </p:txBody>
      </p:sp>
      <p:sp>
        <p:nvSpPr>
          <p:cNvPr id="7" name="Marcador de número de diapositiva 6">
            <a:extLst>
              <a:ext uri="{FF2B5EF4-FFF2-40B4-BE49-F238E27FC236}">
                <a16:creationId xmlns:a16="http://schemas.microsoft.com/office/drawing/2014/main" id="{78E29B71-E7E1-3C84-C23D-2FDF7FD67D5E}"/>
              </a:ext>
            </a:extLst>
          </p:cNvPr>
          <p:cNvSpPr>
            <a:spLocks noGrp="1"/>
          </p:cNvSpPr>
          <p:nvPr>
            <p:ph type="sldNum" sz="quarter" idx="12"/>
          </p:nvPr>
        </p:nvSpPr>
        <p:spPr/>
        <p:txBody>
          <a:bodyPr/>
          <a:lstStyle>
            <a:lvl1pPr>
              <a:defRPr>
                <a:solidFill>
                  <a:schemeClr val="tx1"/>
                </a:solidFill>
              </a:defRPr>
            </a:lvl1pPr>
          </a:lstStyle>
          <a:p>
            <a:fld id="{FF2CED2D-DE01-CB40-AEF5-C9DD7CD06225}" type="slidenum">
              <a:rPr lang="es-ES" smtClean="0"/>
              <a:pPr/>
              <a:t>‹Nº›</a:t>
            </a:fld>
            <a:endParaRPr lang="es-ES"/>
          </a:p>
        </p:txBody>
      </p:sp>
      <p:sp>
        <p:nvSpPr>
          <p:cNvPr id="3" name="Marcador de texto 16">
            <a:extLst>
              <a:ext uri="{FF2B5EF4-FFF2-40B4-BE49-F238E27FC236}">
                <a16:creationId xmlns:a16="http://schemas.microsoft.com/office/drawing/2014/main" id="{419EBCED-DD09-F1A2-2386-E3C417AB4652}"/>
              </a:ext>
            </a:extLst>
          </p:cNvPr>
          <p:cNvSpPr>
            <a:spLocks noGrp="1"/>
          </p:cNvSpPr>
          <p:nvPr>
            <p:ph type="body" sz="quarter" idx="17" hasCustomPrompt="1"/>
          </p:nvPr>
        </p:nvSpPr>
        <p:spPr>
          <a:xfrm>
            <a:off x="873654" y="5004134"/>
            <a:ext cx="2987144" cy="959334"/>
          </a:xfrm>
          <a:prstGeom prst="rect">
            <a:avLst/>
          </a:prstGeom>
        </p:spPr>
        <p:txBody>
          <a:bodyPr/>
          <a:lstStyle>
            <a:lvl1pPr marL="0" indent="0">
              <a:buFont typeface="+mj-lt"/>
              <a:buNone/>
              <a:defRPr sz="1200" b="0" i="0">
                <a:solidFill>
                  <a:schemeClr val="tx1"/>
                </a:solidFill>
                <a:latin typeface="Arial" panose="020B0604020202020204" pitchFamily="34" charset="0"/>
                <a:cs typeface="Arial" panose="020B0604020202020204" pitchFamily="34" charset="0"/>
              </a:defRPr>
            </a:lvl1pPr>
          </a:lstStyle>
          <a:p>
            <a:pPr lvl="0"/>
            <a:r>
              <a:rPr lang="es-ES"/>
              <a:t>Lore </a:t>
            </a:r>
            <a:r>
              <a:rPr lang="es-ES" err="1"/>
              <a:t>ipsum</a:t>
            </a:r>
            <a:r>
              <a:rPr lang="es-ES"/>
              <a:t> dolor</a:t>
            </a:r>
          </a:p>
          <a:p>
            <a:pPr marL="342900" marR="0" lvl="0" indent="-342900" algn="l" defTabSz="914400" rtl="0" eaLnBrk="1" fontAlgn="auto" latinLnBrk="0" hangingPunct="1">
              <a:lnSpc>
                <a:spcPct val="90000"/>
              </a:lnSpc>
              <a:spcBef>
                <a:spcPts val="1000"/>
              </a:spcBef>
              <a:spcAft>
                <a:spcPts val="0"/>
              </a:spcAft>
              <a:buClrTx/>
              <a:buSzTx/>
              <a:buFont typeface="+mj-lt"/>
              <a:buAutoNum type="arabicPeriod"/>
              <a:tabLst/>
              <a:defRPr/>
            </a:pPr>
            <a:endParaRPr lang="es-ES"/>
          </a:p>
          <a:p>
            <a:pPr lvl="0"/>
            <a:endParaRPr lang="es-ES"/>
          </a:p>
          <a:p>
            <a:pPr lvl="0"/>
            <a:endParaRPr lang="es-ES"/>
          </a:p>
          <a:p>
            <a:pPr lvl="0"/>
            <a:endParaRPr lang="es-ES"/>
          </a:p>
          <a:p>
            <a:pPr lvl="0"/>
            <a:endParaRPr lang="es-ES"/>
          </a:p>
        </p:txBody>
      </p:sp>
      <p:sp>
        <p:nvSpPr>
          <p:cNvPr id="2" name="Marcador de texto 2">
            <a:extLst>
              <a:ext uri="{FF2B5EF4-FFF2-40B4-BE49-F238E27FC236}">
                <a16:creationId xmlns:a16="http://schemas.microsoft.com/office/drawing/2014/main" id="{57F0914C-158E-E613-C727-265270F08120}"/>
              </a:ext>
            </a:extLst>
          </p:cNvPr>
          <p:cNvSpPr>
            <a:spLocks noGrp="1"/>
          </p:cNvSpPr>
          <p:nvPr>
            <p:ph type="body" sz="quarter" idx="20" hasCustomPrompt="1"/>
          </p:nvPr>
        </p:nvSpPr>
        <p:spPr>
          <a:xfrm>
            <a:off x="873654" y="3976733"/>
            <a:ext cx="2987144" cy="959335"/>
          </a:xfrm>
          <a:prstGeom prst="rect">
            <a:avLst/>
          </a:prstGeom>
        </p:spPr>
        <p:txBody>
          <a:bodyPr anchor="t"/>
          <a:lstStyle>
            <a:lvl1pPr marL="0" indent="0">
              <a:lnSpc>
                <a:spcPct val="100000"/>
              </a:lnSpc>
              <a:buNone/>
              <a:defRPr sz="2400" b="1" i="0">
                <a:solidFill>
                  <a:schemeClr val="tx1"/>
                </a:solidFill>
                <a:latin typeface="Arial Narrow" panose="020B0604020202020204" pitchFamily="34" charset="0"/>
                <a:cs typeface="Graphik Medium" pitchFamily="2" charset="77"/>
              </a:defRPr>
            </a:lvl1pPr>
          </a:lstStyle>
          <a:p>
            <a:pPr lvl="0"/>
            <a:r>
              <a:rPr lang="es-ES"/>
              <a:t>TITLE ALWAYS IN CAPITAL LETTERS</a:t>
            </a:r>
          </a:p>
        </p:txBody>
      </p:sp>
      <p:sp>
        <p:nvSpPr>
          <p:cNvPr id="5" name="Rectángulo 4">
            <a:extLst>
              <a:ext uri="{FF2B5EF4-FFF2-40B4-BE49-F238E27FC236}">
                <a16:creationId xmlns:a16="http://schemas.microsoft.com/office/drawing/2014/main" id="{4A027473-D02F-F4CB-6E94-2F18CE758EF1}"/>
              </a:ext>
            </a:extLst>
          </p:cNvPr>
          <p:cNvSpPr/>
          <p:nvPr userDrawn="1"/>
        </p:nvSpPr>
        <p:spPr>
          <a:xfrm>
            <a:off x="534989" y="347133"/>
            <a:ext cx="1116011" cy="5249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Imagen 3">
            <a:extLst>
              <a:ext uri="{FF2B5EF4-FFF2-40B4-BE49-F238E27FC236}">
                <a16:creationId xmlns:a16="http://schemas.microsoft.com/office/drawing/2014/main" id="{6060FABD-9378-7CAC-F4FD-E781BF5A3B89}"/>
              </a:ext>
            </a:extLst>
          </p:cNvPr>
          <p:cNvPicPr>
            <a:picLocks noChangeAspect="1"/>
          </p:cNvPicPr>
          <p:nvPr userDrawn="1"/>
        </p:nvPicPr>
        <p:blipFill>
          <a:blip r:embed="rId2"/>
          <a:srcRect l="16647" t="25404" r="38877" b="19120"/>
          <a:stretch/>
        </p:blipFill>
        <p:spPr>
          <a:xfrm>
            <a:off x="0" y="1"/>
            <a:ext cx="12192000" cy="3428999"/>
          </a:xfrm>
          <a:prstGeom prst="rect">
            <a:avLst/>
          </a:prstGeom>
        </p:spPr>
      </p:pic>
      <p:sp>
        <p:nvSpPr>
          <p:cNvPr id="10" name="Marcador de texto 16">
            <a:extLst>
              <a:ext uri="{FF2B5EF4-FFF2-40B4-BE49-F238E27FC236}">
                <a16:creationId xmlns:a16="http://schemas.microsoft.com/office/drawing/2014/main" id="{C47CF096-FAFD-BDAD-26B3-CA8B9BEAAAC8}"/>
              </a:ext>
            </a:extLst>
          </p:cNvPr>
          <p:cNvSpPr>
            <a:spLocks noGrp="1"/>
          </p:cNvSpPr>
          <p:nvPr>
            <p:ph type="body" sz="quarter" idx="21" hasCustomPrompt="1"/>
          </p:nvPr>
        </p:nvSpPr>
        <p:spPr>
          <a:xfrm>
            <a:off x="4565121" y="5004134"/>
            <a:ext cx="2987144" cy="959334"/>
          </a:xfrm>
          <a:prstGeom prst="rect">
            <a:avLst/>
          </a:prstGeom>
        </p:spPr>
        <p:txBody>
          <a:bodyPr/>
          <a:lstStyle>
            <a:lvl1pPr marL="0" indent="0">
              <a:buFont typeface="+mj-lt"/>
              <a:buNone/>
              <a:defRPr sz="1200" b="0" i="0">
                <a:solidFill>
                  <a:schemeClr val="tx1"/>
                </a:solidFill>
                <a:latin typeface="Arial" panose="020B0604020202020204" pitchFamily="34" charset="0"/>
                <a:cs typeface="Arial" panose="020B0604020202020204" pitchFamily="34" charset="0"/>
              </a:defRPr>
            </a:lvl1pPr>
          </a:lstStyle>
          <a:p>
            <a:pPr lvl="0"/>
            <a:r>
              <a:rPr lang="es-ES"/>
              <a:t>Lore </a:t>
            </a:r>
            <a:r>
              <a:rPr lang="es-ES" err="1"/>
              <a:t>ipsum</a:t>
            </a:r>
            <a:r>
              <a:rPr lang="es-ES"/>
              <a:t> dolor</a:t>
            </a:r>
          </a:p>
          <a:p>
            <a:pPr marL="342900" marR="0" lvl="0" indent="-342900" algn="l" defTabSz="914400" rtl="0" eaLnBrk="1" fontAlgn="auto" latinLnBrk="0" hangingPunct="1">
              <a:lnSpc>
                <a:spcPct val="90000"/>
              </a:lnSpc>
              <a:spcBef>
                <a:spcPts val="1000"/>
              </a:spcBef>
              <a:spcAft>
                <a:spcPts val="0"/>
              </a:spcAft>
              <a:buClrTx/>
              <a:buSzTx/>
              <a:buFont typeface="+mj-lt"/>
              <a:buAutoNum type="arabicPeriod"/>
              <a:tabLst/>
              <a:defRPr/>
            </a:pPr>
            <a:endParaRPr lang="es-ES"/>
          </a:p>
          <a:p>
            <a:pPr lvl="0"/>
            <a:endParaRPr lang="es-ES"/>
          </a:p>
          <a:p>
            <a:pPr lvl="0"/>
            <a:endParaRPr lang="es-ES"/>
          </a:p>
          <a:p>
            <a:pPr lvl="0"/>
            <a:endParaRPr lang="es-ES"/>
          </a:p>
          <a:p>
            <a:pPr lvl="0"/>
            <a:endParaRPr lang="es-ES"/>
          </a:p>
        </p:txBody>
      </p:sp>
      <p:sp>
        <p:nvSpPr>
          <p:cNvPr id="11" name="Marcador de texto 2">
            <a:extLst>
              <a:ext uri="{FF2B5EF4-FFF2-40B4-BE49-F238E27FC236}">
                <a16:creationId xmlns:a16="http://schemas.microsoft.com/office/drawing/2014/main" id="{A84C77AF-7056-12E4-C51C-7CF9385FB880}"/>
              </a:ext>
            </a:extLst>
          </p:cNvPr>
          <p:cNvSpPr>
            <a:spLocks noGrp="1"/>
          </p:cNvSpPr>
          <p:nvPr>
            <p:ph type="body" sz="quarter" idx="22" hasCustomPrompt="1"/>
          </p:nvPr>
        </p:nvSpPr>
        <p:spPr>
          <a:xfrm>
            <a:off x="4565121" y="3976733"/>
            <a:ext cx="2987144" cy="959335"/>
          </a:xfrm>
          <a:prstGeom prst="rect">
            <a:avLst/>
          </a:prstGeom>
        </p:spPr>
        <p:txBody>
          <a:bodyPr anchor="t"/>
          <a:lstStyle>
            <a:lvl1pPr marL="0" indent="0">
              <a:lnSpc>
                <a:spcPct val="100000"/>
              </a:lnSpc>
              <a:buNone/>
              <a:defRPr sz="2400" b="1" i="0">
                <a:solidFill>
                  <a:schemeClr val="tx1"/>
                </a:solidFill>
                <a:latin typeface="Arial Narrow" panose="020B0604020202020204" pitchFamily="34" charset="0"/>
                <a:cs typeface="Graphik Medium" pitchFamily="2" charset="77"/>
              </a:defRPr>
            </a:lvl1pPr>
          </a:lstStyle>
          <a:p>
            <a:pPr lvl="0"/>
            <a:r>
              <a:rPr lang="es-ES"/>
              <a:t>TITLE ALWAYS IN CAPITAL LETTERS</a:t>
            </a:r>
          </a:p>
        </p:txBody>
      </p:sp>
      <p:sp>
        <p:nvSpPr>
          <p:cNvPr id="12" name="Marcador de texto 16">
            <a:extLst>
              <a:ext uri="{FF2B5EF4-FFF2-40B4-BE49-F238E27FC236}">
                <a16:creationId xmlns:a16="http://schemas.microsoft.com/office/drawing/2014/main" id="{322981DB-491E-633D-14A4-3E92C6FA835E}"/>
              </a:ext>
            </a:extLst>
          </p:cNvPr>
          <p:cNvSpPr>
            <a:spLocks noGrp="1"/>
          </p:cNvSpPr>
          <p:nvPr>
            <p:ph type="body" sz="quarter" idx="23" hasCustomPrompt="1"/>
          </p:nvPr>
        </p:nvSpPr>
        <p:spPr>
          <a:xfrm>
            <a:off x="8256588" y="5004134"/>
            <a:ext cx="2987144" cy="959334"/>
          </a:xfrm>
          <a:prstGeom prst="rect">
            <a:avLst/>
          </a:prstGeom>
        </p:spPr>
        <p:txBody>
          <a:bodyPr/>
          <a:lstStyle>
            <a:lvl1pPr marL="0" indent="0">
              <a:buFont typeface="+mj-lt"/>
              <a:buNone/>
              <a:defRPr sz="1200" b="0" i="0">
                <a:solidFill>
                  <a:schemeClr val="tx1"/>
                </a:solidFill>
                <a:latin typeface="Arial" panose="020B0604020202020204" pitchFamily="34" charset="0"/>
                <a:cs typeface="Arial" panose="020B0604020202020204" pitchFamily="34" charset="0"/>
              </a:defRPr>
            </a:lvl1pPr>
          </a:lstStyle>
          <a:p>
            <a:pPr lvl="0"/>
            <a:r>
              <a:rPr lang="es-ES"/>
              <a:t>Lore </a:t>
            </a:r>
            <a:r>
              <a:rPr lang="es-ES" err="1"/>
              <a:t>ipsum</a:t>
            </a:r>
            <a:r>
              <a:rPr lang="es-ES"/>
              <a:t> dolor</a:t>
            </a:r>
          </a:p>
          <a:p>
            <a:pPr marL="342900" marR="0" lvl="0" indent="-342900" algn="l" defTabSz="914400" rtl="0" eaLnBrk="1" fontAlgn="auto" latinLnBrk="0" hangingPunct="1">
              <a:lnSpc>
                <a:spcPct val="90000"/>
              </a:lnSpc>
              <a:spcBef>
                <a:spcPts val="1000"/>
              </a:spcBef>
              <a:spcAft>
                <a:spcPts val="0"/>
              </a:spcAft>
              <a:buClrTx/>
              <a:buSzTx/>
              <a:buFont typeface="+mj-lt"/>
              <a:buAutoNum type="arabicPeriod"/>
              <a:tabLst/>
              <a:defRPr/>
            </a:pPr>
            <a:endParaRPr lang="es-ES"/>
          </a:p>
          <a:p>
            <a:pPr lvl="0"/>
            <a:endParaRPr lang="es-ES"/>
          </a:p>
          <a:p>
            <a:pPr lvl="0"/>
            <a:endParaRPr lang="es-ES"/>
          </a:p>
          <a:p>
            <a:pPr lvl="0"/>
            <a:endParaRPr lang="es-ES"/>
          </a:p>
          <a:p>
            <a:pPr lvl="0"/>
            <a:endParaRPr lang="es-ES"/>
          </a:p>
        </p:txBody>
      </p:sp>
      <p:sp>
        <p:nvSpPr>
          <p:cNvPr id="13" name="Marcador de texto 2">
            <a:extLst>
              <a:ext uri="{FF2B5EF4-FFF2-40B4-BE49-F238E27FC236}">
                <a16:creationId xmlns:a16="http://schemas.microsoft.com/office/drawing/2014/main" id="{72F75297-8F6A-6950-35E5-73B661B0A663}"/>
              </a:ext>
            </a:extLst>
          </p:cNvPr>
          <p:cNvSpPr>
            <a:spLocks noGrp="1"/>
          </p:cNvSpPr>
          <p:nvPr>
            <p:ph type="body" sz="quarter" idx="24" hasCustomPrompt="1"/>
          </p:nvPr>
        </p:nvSpPr>
        <p:spPr>
          <a:xfrm>
            <a:off x="8256588" y="3976733"/>
            <a:ext cx="2987144" cy="959335"/>
          </a:xfrm>
          <a:prstGeom prst="rect">
            <a:avLst/>
          </a:prstGeom>
        </p:spPr>
        <p:txBody>
          <a:bodyPr anchor="t"/>
          <a:lstStyle>
            <a:lvl1pPr marL="0" indent="0">
              <a:lnSpc>
                <a:spcPct val="100000"/>
              </a:lnSpc>
              <a:buNone/>
              <a:defRPr sz="2400" b="1" i="0">
                <a:solidFill>
                  <a:schemeClr val="tx1"/>
                </a:solidFill>
                <a:latin typeface="Arial Narrow" panose="020B0604020202020204" pitchFamily="34" charset="0"/>
                <a:cs typeface="Graphik Medium" pitchFamily="2" charset="77"/>
              </a:defRPr>
            </a:lvl1pPr>
          </a:lstStyle>
          <a:p>
            <a:pPr lvl="0"/>
            <a:r>
              <a:rPr lang="es-ES"/>
              <a:t>TITLE ALWAYS IN CAPITAL LETTERS</a:t>
            </a:r>
          </a:p>
        </p:txBody>
      </p:sp>
      <p:sp>
        <p:nvSpPr>
          <p:cNvPr id="15" name="Marcador de posición de imagen 14">
            <a:extLst>
              <a:ext uri="{FF2B5EF4-FFF2-40B4-BE49-F238E27FC236}">
                <a16:creationId xmlns:a16="http://schemas.microsoft.com/office/drawing/2014/main" id="{DF11CA26-A806-7860-EE98-9C2B5C703924}"/>
              </a:ext>
            </a:extLst>
          </p:cNvPr>
          <p:cNvSpPr>
            <a:spLocks noGrp="1"/>
          </p:cNvSpPr>
          <p:nvPr>
            <p:ph type="pic" sz="quarter" idx="25" hasCustomPrompt="1"/>
          </p:nvPr>
        </p:nvSpPr>
        <p:spPr>
          <a:xfrm>
            <a:off x="643994" y="660400"/>
            <a:ext cx="3446463" cy="2024063"/>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16" name="Marcador de posición de imagen 14">
            <a:extLst>
              <a:ext uri="{FF2B5EF4-FFF2-40B4-BE49-F238E27FC236}">
                <a16:creationId xmlns:a16="http://schemas.microsoft.com/office/drawing/2014/main" id="{6590DE54-23A3-E98A-1C8F-AF9B8CCD669C}"/>
              </a:ext>
            </a:extLst>
          </p:cNvPr>
          <p:cNvSpPr>
            <a:spLocks noGrp="1"/>
          </p:cNvSpPr>
          <p:nvPr>
            <p:ph type="pic" sz="quarter" idx="26" hasCustomPrompt="1"/>
          </p:nvPr>
        </p:nvSpPr>
        <p:spPr>
          <a:xfrm>
            <a:off x="4335461" y="660400"/>
            <a:ext cx="3446463" cy="2024063"/>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
        <p:nvSpPr>
          <p:cNvPr id="17" name="Marcador de posición de imagen 14">
            <a:extLst>
              <a:ext uri="{FF2B5EF4-FFF2-40B4-BE49-F238E27FC236}">
                <a16:creationId xmlns:a16="http://schemas.microsoft.com/office/drawing/2014/main" id="{278E84F6-2A81-1B91-7B87-31A7B6CA3775}"/>
              </a:ext>
            </a:extLst>
          </p:cNvPr>
          <p:cNvSpPr>
            <a:spLocks noGrp="1"/>
          </p:cNvSpPr>
          <p:nvPr>
            <p:ph type="pic" sz="quarter" idx="27" hasCustomPrompt="1"/>
          </p:nvPr>
        </p:nvSpPr>
        <p:spPr>
          <a:xfrm>
            <a:off x="8028085" y="660400"/>
            <a:ext cx="3446463" cy="2024063"/>
          </a:xfrm>
          <a:prstGeom prst="rect">
            <a:avLst/>
          </a:prstGeom>
        </p:spPr>
        <p:txBody>
          <a:bodyPr/>
          <a:lstStyle>
            <a:lvl1pPr marL="0" indent="0">
              <a:buNone/>
              <a:defRPr b="0" i="0">
                <a:latin typeface="Arial" panose="020B0604020202020204" pitchFamily="34" charset="0"/>
                <a:cs typeface="Arial" panose="020B0604020202020204" pitchFamily="34" charset="0"/>
              </a:defRPr>
            </a:lvl1pPr>
          </a:lstStyle>
          <a:p>
            <a:r>
              <a:rPr lang="es-ES"/>
              <a:t>Imagen</a:t>
            </a:r>
          </a:p>
        </p:txBody>
      </p:sp>
    </p:spTree>
    <p:extLst>
      <p:ext uri="{BB962C8B-B14F-4D97-AF65-F5344CB8AC3E}">
        <p14:creationId xmlns:p14="http://schemas.microsoft.com/office/powerpoint/2010/main" val="4224732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tags" Target="../tags/tag1.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4.xml"/><Relationship Id="rId21" Type="http://schemas.openxmlformats.org/officeDocument/2006/relationships/slideLayout" Target="../slideLayouts/slideLayout29.xml"/><Relationship Id="rId34" Type="http://schemas.openxmlformats.org/officeDocument/2006/relationships/slideLayout" Target="../slideLayouts/slideLayout42.xml"/><Relationship Id="rId42" Type="http://schemas.openxmlformats.org/officeDocument/2006/relationships/slideLayout" Target="../slideLayouts/slideLayout50.xml"/><Relationship Id="rId47" Type="http://schemas.openxmlformats.org/officeDocument/2006/relationships/slideLayout" Target="../slideLayouts/slideLayout55.xml"/><Relationship Id="rId50" Type="http://schemas.openxmlformats.org/officeDocument/2006/relationships/slideLayout" Target="../slideLayouts/slideLayout58.xml"/><Relationship Id="rId55" Type="http://schemas.openxmlformats.org/officeDocument/2006/relationships/slideLayout" Target="../slideLayouts/slideLayout63.xml"/><Relationship Id="rId63" Type="http://schemas.openxmlformats.org/officeDocument/2006/relationships/tags" Target="../tags/tag4.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9" Type="http://schemas.openxmlformats.org/officeDocument/2006/relationships/slideLayout" Target="../slideLayouts/slideLayout37.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32" Type="http://schemas.openxmlformats.org/officeDocument/2006/relationships/slideLayout" Target="../slideLayouts/slideLayout40.xml"/><Relationship Id="rId37" Type="http://schemas.openxmlformats.org/officeDocument/2006/relationships/slideLayout" Target="../slideLayouts/slideLayout45.xml"/><Relationship Id="rId40" Type="http://schemas.openxmlformats.org/officeDocument/2006/relationships/slideLayout" Target="../slideLayouts/slideLayout48.xml"/><Relationship Id="rId45" Type="http://schemas.openxmlformats.org/officeDocument/2006/relationships/slideLayout" Target="../slideLayouts/slideLayout53.xml"/><Relationship Id="rId53" Type="http://schemas.openxmlformats.org/officeDocument/2006/relationships/slideLayout" Target="../slideLayouts/slideLayout61.xml"/><Relationship Id="rId58" Type="http://schemas.openxmlformats.org/officeDocument/2006/relationships/slideLayout" Target="../slideLayouts/slideLayout66.xml"/><Relationship Id="rId66" Type="http://schemas.openxmlformats.org/officeDocument/2006/relationships/image" Target="../media/image4.png"/><Relationship Id="rId5" Type="http://schemas.openxmlformats.org/officeDocument/2006/relationships/slideLayout" Target="../slideLayouts/slideLayout13.xml"/><Relationship Id="rId61" Type="http://schemas.openxmlformats.org/officeDocument/2006/relationships/slideLayout" Target="../slideLayouts/slideLayout69.xml"/><Relationship Id="rId19" Type="http://schemas.openxmlformats.org/officeDocument/2006/relationships/slideLayout" Target="../slideLayouts/slideLayout27.xml"/><Relationship Id="rId14" Type="http://schemas.openxmlformats.org/officeDocument/2006/relationships/slideLayout" Target="../slideLayouts/slideLayout22.xml"/><Relationship Id="rId22" Type="http://schemas.openxmlformats.org/officeDocument/2006/relationships/slideLayout" Target="../slideLayouts/slideLayout30.xml"/><Relationship Id="rId27" Type="http://schemas.openxmlformats.org/officeDocument/2006/relationships/slideLayout" Target="../slideLayouts/slideLayout35.xml"/><Relationship Id="rId30" Type="http://schemas.openxmlformats.org/officeDocument/2006/relationships/slideLayout" Target="../slideLayouts/slideLayout38.xml"/><Relationship Id="rId35" Type="http://schemas.openxmlformats.org/officeDocument/2006/relationships/slideLayout" Target="../slideLayouts/slideLayout43.xml"/><Relationship Id="rId43" Type="http://schemas.openxmlformats.org/officeDocument/2006/relationships/slideLayout" Target="../slideLayouts/slideLayout51.xml"/><Relationship Id="rId48" Type="http://schemas.openxmlformats.org/officeDocument/2006/relationships/slideLayout" Target="../slideLayouts/slideLayout56.xml"/><Relationship Id="rId56" Type="http://schemas.openxmlformats.org/officeDocument/2006/relationships/slideLayout" Target="../slideLayouts/slideLayout64.xml"/><Relationship Id="rId64" Type="http://schemas.openxmlformats.org/officeDocument/2006/relationships/oleObject" Target="../embeddings/oleObject3.bin"/><Relationship Id="rId8" Type="http://schemas.openxmlformats.org/officeDocument/2006/relationships/slideLayout" Target="../slideLayouts/slideLayout16.xml"/><Relationship Id="rId51" Type="http://schemas.openxmlformats.org/officeDocument/2006/relationships/slideLayout" Target="../slideLayouts/slideLayout59.xml"/><Relationship Id="rId3" Type="http://schemas.openxmlformats.org/officeDocument/2006/relationships/slideLayout" Target="../slideLayouts/slideLayout11.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slideLayout" Target="../slideLayouts/slideLayout33.xml"/><Relationship Id="rId33" Type="http://schemas.openxmlformats.org/officeDocument/2006/relationships/slideLayout" Target="../slideLayouts/slideLayout41.xml"/><Relationship Id="rId38" Type="http://schemas.openxmlformats.org/officeDocument/2006/relationships/slideLayout" Target="../slideLayouts/slideLayout46.xml"/><Relationship Id="rId46" Type="http://schemas.openxmlformats.org/officeDocument/2006/relationships/slideLayout" Target="../slideLayouts/slideLayout54.xml"/><Relationship Id="rId59" Type="http://schemas.openxmlformats.org/officeDocument/2006/relationships/slideLayout" Target="../slideLayouts/slideLayout67.xml"/><Relationship Id="rId20" Type="http://schemas.openxmlformats.org/officeDocument/2006/relationships/slideLayout" Target="../slideLayouts/slideLayout28.xml"/><Relationship Id="rId41" Type="http://schemas.openxmlformats.org/officeDocument/2006/relationships/slideLayout" Target="../slideLayouts/slideLayout49.xml"/><Relationship Id="rId54" Type="http://schemas.openxmlformats.org/officeDocument/2006/relationships/slideLayout" Target="../slideLayouts/slideLayout62.xml"/><Relationship Id="rId62"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28" Type="http://schemas.openxmlformats.org/officeDocument/2006/relationships/slideLayout" Target="../slideLayouts/slideLayout36.xml"/><Relationship Id="rId36" Type="http://schemas.openxmlformats.org/officeDocument/2006/relationships/slideLayout" Target="../slideLayouts/slideLayout44.xml"/><Relationship Id="rId49" Type="http://schemas.openxmlformats.org/officeDocument/2006/relationships/slideLayout" Target="../slideLayouts/slideLayout57.xml"/><Relationship Id="rId57" Type="http://schemas.openxmlformats.org/officeDocument/2006/relationships/slideLayout" Target="../slideLayouts/slideLayout65.xml"/><Relationship Id="rId10" Type="http://schemas.openxmlformats.org/officeDocument/2006/relationships/slideLayout" Target="../slideLayouts/slideLayout18.xml"/><Relationship Id="rId31" Type="http://schemas.openxmlformats.org/officeDocument/2006/relationships/slideLayout" Target="../slideLayouts/slideLayout39.xml"/><Relationship Id="rId44" Type="http://schemas.openxmlformats.org/officeDocument/2006/relationships/slideLayout" Target="../slideLayouts/slideLayout52.xml"/><Relationship Id="rId52" Type="http://schemas.openxmlformats.org/officeDocument/2006/relationships/slideLayout" Target="../slideLayouts/slideLayout60.xml"/><Relationship Id="rId60" Type="http://schemas.openxmlformats.org/officeDocument/2006/relationships/slideLayout" Target="../slideLayouts/slideLayout68.xml"/><Relationship Id="rId65" Type="http://schemas.openxmlformats.org/officeDocument/2006/relationships/image" Target="../media/image1.emf"/><Relationship Id="rId4" Type="http://schemas.openxmlformats.org/officeDocument/2006/relationships/slideLayout" Target="../slideLayouts/slideLayout12.xml"/><Relationship Id="rId9" Type="http://schemas.openxmlformats.org/officeDocument/2006/relationships/slideLayout" Target="../slideLayouts/slideLayout17.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9"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42ED"/>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93CE4C2-11E9-7C73-3EE1-C3D3BA1E4ADB}"/>
              </a:ext>
            </a:extLst>
          </p:cNvPr>
          <p:cNvGraphicFramePr>
            <a:graphicFrameLocks noChangeAspect="1"/>
          </p:cNvGraphicFramePr>
          <p:nvPr userDrawn="1">
            <p:custDataLst>
              <p:tags r:id="rId10"/>
            </p:custDataLst>
            <p:extLst>
              <p:ext uri="{D42A27DB-BD31-4B8C-83A1-F6EECF244321}">
                <p14:modId xmlns:p14="http://schemas.microsoft.com/office/powerpoint/2010/main" val="18252329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11" imgW="411" imgH="411" progId="TCLayout.ActiveDocument.1">
                  <p:embed/>
                </p:oleObj>
              </mc:Choice>
              <mc:Fallback>
                <p:oleObj name="Diapositiva de think-cell" r:id="rId11" imgW="411" imgH="411" progId="TCLayout.ActiveDocument.1">
                  <p:embed/>
                  <p:pic>
                    <p:nvPicPr>
                      <p:cNvPr id="2" name="think-cell data - do not delete" hidden="1">
                        <a:extLst>
                          <a:ext uri="{FF2B5EF4-FFF2-40B4-BE49-F238E27FC236}">
                            <a16:creationId xmlns:a16="http://schemas.microsoft.com/office/drawing/2014/main" id="{293CE4C2-11E9-7C73-3EE1-C3D3BA1E4A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2424950567"/>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701" r:id="rId4"/>
    <p:sldLayoutId id="2147483703" r:id="rId5"/>
    <p:sldLayoutId id="2147483704" r:id="rId6"/>
    <p:sldLayoutId id="2147483700" r:id="rId7"/>
    <p:sldLayoutId id="2147483702" r:id="rId8"/>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F3C7E3B5-5000-A9F6-A25A-16241F318879}"/>
              </a:ext>
            </a:extLst>
          </p:cNvPr>
          <p:cNvGraphicFramePr>
            <a:graphicFrameLocks noChangeAspect="1"/>
          </p:cNvGraphicFramePr>
          <p:nvPr userDrawn="1">
            <p:custDataLst>
              <p:tags r:id="rId63"/>
            </p:custDataLst>
            <p:extLst>
              <p:ext uri="{D42A27DB-BD31-4B8C-83A1-F6EECF244321}">
                <p14:modId xmlns:p14="http://schemas.microsoft.com/office/powerpoint/2010/main" val="13197607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64" imgW="411" imgH="411" progId="TCLayout.ActiveDocument.1">
                  <p:embed/>
                </p:oleObj>
              </mc:Choice>
              <mc:Fallback>
                <p:oleObj name="Diapositiva de think-cell" r:id="rId64" imgW="411" imgH="411" progId="TCLayout.ActiveDocument.1">
                  <p:embed/>
                  <p:pic>
                    <p:nvPicPr>
                      <p:cNvPr id="2" name="think-cell data - do not delete" hidden="1">
                        <a:extLst>
                          <a:ext uri="{FF2B5EF4-FFF2-40B4-BE49-F238E27FC236}">
                            <a16:creationId xmlns:a16="http://schemas.microsoft.com/office/drawing/2014/main" id="{F3C7E3B5-5000-A9F6-A25A-16241F318879}"/>
                          </a:ext>
                        </a:extLst>
                      </p:cNvPr>
                      <p:cNvPicPr/>
                      <p:nvPr/>
                    </p:nvPicPr>
                    <p:blipFill>
                      <a:blip r:embed="rId65"/>
                      <a:stretch>
                        <a:fillRect/>
                      </a:stretch>
                    </p:blipFill>
                    <p:spPr>
                      <a:xfrm>
                        <a:off x="1588" y="1588"/>
                        <a:ext cx="1588" cy="1588"/>
                      </a:xfrm>
                      <a:prstGeom prst="rect">
                        <a:avLst/>
                      </a:prstGeom>
                    </p:spPr>
                  </p:pic>
                </p:oleObj>
              </mc:Fallback>
            </mc:AlternateContent>
          </a:graphicData>
        </a:graphic>
      </p:graphicFrame>
      <p:sp>
        <p:nvSpPr>
          <p:cNvPr id="5" name="Marcador de pie de página 4">
            <a:extLst>
              <a:ext uri="{FF2B5EF4-FFF2-40B4-BE49-F238E27FC236}">
                <a16:creationId xmlns:a16="http://schemas.microsoft.com/office/drawing/2014/main" id="{BB16B022-E419-DAC1-F10F-2F427AA44170}"/>
              </a:ext>
            </a:extLst>
          </p:cNvPr>
          <p:cNvSpPr>
            <a:spLocks noGrp="1"/>
          </p:cNvSpPr>
          <p:nvPr>
            <p:ph type="ftr" sz="quarter" idx="3"/>
          </p:nvPr>
        </p:nvSpPr>
        <p:spPr>
          <a:xfrm>
            <a:off x="8605477" y="6356350"/>
            <a:ext cx="2205958" cy="365125"/>
          </a:xfrm>
          <a:prstGeom prst="rect">
            <a:avLst/>
          </a:prstGeom>
        </p:spPr>
        <p:txBody>
          <a:bodyPr vert="horz" lIns="91440" tIns="45720" rIns="91440" bIns="45720" rtlCol="0" anchor="ctr"/>
          <a:lstStyle>
            <a:lvl1pPr algn="l">
              <a:defRPr sz="900" b="0" i="0">
                <a:solidFill>
                  <a:schemeClr val="bg2">
                    <a:lumMod val="75000"/>
                  </a:schemeClr>
                </a:solidFill>
                <a:latin typeface="Arial" panose="020B0604020202020204" pitchFamily="34" charset="0"/>
                <a:cs typeface="Arial" panose="020B0604020202020204" pitchFamily="34" charset="0"/>
              </a:defRPr>
            </a:lvl1pPr>
          </a:lstStyle>
          <a:p>
            <a:r>
              <a:rPr lang="en-US">
                <a:sym typeface="Century Gothic" panose="020B0502020202020204" pitchFamily="34" charset="0"/>
              </a:rPr>
              <a:t>Proprietary Information - Confidential</a:t>
            </a:r>
          </a:p>
        </p:txBody>
      </p:sp>
      <p:sp>
        <p:nvSpPr>
          <p:cNvPr id="6" name="Marcador de número de diapositiva 5">
            <a:extLst>
              <a:ext uri="{FF2B5EF4-FFF2-40B4-BE49-F238E27FC236}">
                <a16:creationId xmlns:a16="http://schemas.microsoft.com/office/drawing/2014/main" id="{BC945102-6542-2924-0BD5-4A245B00FDF5}"/>
              </a:ext>
            </a:extLst>
          </p:cNvPr>
          <p:cNvSpPr>
            <a:spLocks noGrp="1"/>
          </p:cNvSpPr>
          <p:nvPr>
            <p:ph type="sldNum" sz="quarter" idx="4"/>
          </p:nvPr>
        </p:nvSpPr>
        <p:spPr>
          <a:xfrm>
            <a:off x="10834487" y="6356350"/>
            <a:ext cx="980356" cy="365125"/>
          </a:xfrm>
          <a:prstGeom prst="rect">
            <a:avLst/>
          </a:prstGeom>
        </p:spPr>
        <p:txBody>
          <a:bodyPr vert="horz" lIns="91440" tIns="45720" rIns="91440" bIns="45720" rtlCol="0" anchor="ctr"/>
          <a:lstStyle>
            <a:lvl1pPr algn="r">
              <a:defRPr sz="900" b="0" i="0">
                <a:solidFill>
                  <a:schemeClr val="tx1"/>
                </a:solidFill>
                <a:latin typeface="Arial" panose="020B0604020202020204" pitchFamily="34" charset="0"/>
                <a:cs typeface="Arial" panose="020B0604020202020204" pitchFamily="34" charset="0"/>
              </a:defRPr>
            </a:lvl1pPr>
          </a:lstStyle>
          <a:p>
            <a:fld id="{FF2CED2D-DE01-CB40-AEF5-C9DD7CD06225}" type="slidenum">
              <a:rPr lang="es-ES" smtClean="0"/>
              <a:pPr/>
              <a:t>‹Nº›</a:t>
            </a:fld>
            <a:endParaRPr lang="es-ES"/>
          </a:p>
        </p:txBody>
      </p:sp>
      <p:pic>
        <p:nvPicPr>
          <p:cNvPr id="8" name="Imagen 7" descr="Logotipo&#10;&#10;Descripción generada automáticamente">
            <a:extLst>
              <a:ext uri="{FF2B5EF4-FFF2-40B4-BE49-F238E27FC236}">
                <a16:creationId xmlns:a16="http://schemas.microsoft.com/office/drawing/2014/main" id="{E0CEAAA2-5893-249E-BC34-71764F2E750C}"/>
              </a:ext>
            </a:extLst>
          </p:cNvPr>
          <p:cNvPicPr>
            <a:picLocks noChangeAspect="1"/>
          </p:cNvPicPr>
          <p:nvPr userDrawn="1"/>
        </p:nvPicPr>
        <p:blipFill>
          <a:blip r:embed="rId66"/>
          <a:stretch>
            <a:fillRect/>
          </a:stretch>
        </p:blipFill>
        <p:spPr>
          <a:xfrm>
            <a:off x="518337" y="6184950"/>
            <a:ext cx="934995" cy="565394"/>
          </a:xfrm>
          <a:prstGeom prst="rect">
            <a:avLst/>
          </a:prstGeom>
        </p:spPr>
      </p:pic>
    </p:spTree>
    <p:extLst>
      <p:ext uri="{BB962C8B-B14F-4D97-AF65-F5344CB8AC3E}">
        <p14:creationId xmlns:p14="http://schemas.microsoft.com/office/powerpoint/2010/main" val="2968974468"/>
      </p:ext>
    </p:extLst>
  </p:cSld>
  <p:clrMap bg1="lt1" tx1="dk1" bg2="lt2" tx2="dk2" accent1="accent1" accent2="accent2" accent3="accent3" accent4="accent4" accent5="accent5" accent6="accent6" hlink="hlink" folHlink="folHlink"/>
  <p:sldLayoutIdLst>
    <p:sldLayoutId id="2147483649" r:id="rId1"/>
    <p:sldLayoutId id="2147483717" r:id="rId2"/>
    <p:sldLayoutId id="2147483662" r:id="rId3"/>
    <p:sldLayoutId id="2147483663" r:id="rId4"/>
    <p:sldLayoutId id="2147483722" r:id="rId5"/>
    <p:sldLayoutId id="2147483720" r:id="rId6"/>
    <p:sldLayoutId id="2147483724" r:id="rId7"/>
    <p:sldLayoutId id="2147483726" r:id="rId8"/>
    <p:sldLayoutId id="2147483728" r:id="rId9"/>
    <p:sldLayoutId id="2147483725" r:id="rId10"/>
    <p:sldLayoutId id="2147483734" r:id="rId11"/>
    <p:sldLayoutId id="2147483733" r:id="rId12"/>
    <p:sldLayoutId id="2147483746" r:id="rId13"/>
    <p:sldLayoutId id="2147483747" r:id="rId14"/>
    <p:sldLayoutId id="2147483748" r:id="rId15"/>
    <p:sldLayoutId id="2147483749" r:id="rId16"/>
    <p:sldLayoutId id="2147483667" r:id="rId17"/>
    <p:sldLayoutId id="2147483730" r:id="rId18"/>
    <p:sldLayoutId id="2147483731" r:id="rId19"/>
    <p:sldLayoutId id="2147483732" r:id="rId20"/>
    <p:sldLayoutId id="2147483735" r:id="rId21"/>
    <p:sldLayoutId id="2147483736" r:id="rId22"/>
    <p:sldLayoutId id="2147483737" r:id="rId23"/>
    <p:sldLayoutId id="2147483750" r:id="rId24"/>
    <p:sldLayoutId id="2147483751" r:id="rId25"/>
    <p:sldLayoutId id="2147483752" r:id="rId26"/>
    <p:sldLayoutId id="2147483683" r:id="rId27"/>
    <p:sldLayoutId id="2147483684" r:id="rId28"/>
    <p:sldLayoutId id="2147483715" r:id="rId29"/>
    <p:sldLayoutId id="2147483729" r:id="rId30"/>
    <p:sldLayoutId id="2147483727" r:id="rId31"/>
    <p:sldLayoutId id="2147483691" r:id="rId32"/>
    <p:sldLayoutId id="2147483690" r:id="rId33"/>
    <p:sldLayoutId id="2147483692" r:id="rId34"/>
    <p:sldLayoutId id="2147483668" r:id="rId35"/>
    <p:sldLayoutId id="2147483674" r:id="rId36"/>
    <p:sldLayoutId id="2147483669" r:id="rId37"/>
    <p:sldLayoutId id="2147483670" r:id="rId38"/>
    <p:sldLayoutId id="2147483671" r:id="rId39"/>
    <p:sldLayoutId id="2147483672" r:id="rId40"/>
    <p:sldLayoutId id="2147483673" r:id="rId41"/>
    <p:sldLayoutId id="2147483675" r:id="rId42"/>
    <p:sldLayoutId id="2147483676" r:id="rId43"/>
    <p:sldLayoutId id="2147483678" r:id="rId44"/>
    <p:sldLayoutId id="2147483677" r:id="rId45"/>
    <p:sldLayoutId id="2147483679" r:id="rId46"/>
    <p:sldLayoutId id="2147483680" r:id="rId47"/>
    <p:sldLayoutId id="2147483681" r:id="rId48"/>
    <p:sldLayoutId id="2147483682" r:id="rId49"/>
    <p:sldLayoutId id="2147483711" r:id="rId50"/>
    <p:sldLayoutId id="2147483712" r:id="rId51"/>
    <p:sldLayoutId id="2147483713" r:id="rId52"/>
    <p:sldLayoutId id="2147483688" r:id="rId53"/>
    <p:sldLayoutId id="2147483693" r:id="rId54"/>
    <p:sldLayoutId id="2147483697" r:id="rId55"/>
    <p:sldLayoutId id="2147483694" r:id="rId56"/>
    <p:sldLayoutId id="2147483695" r:id="rId57"/>
    <p:sldLayoutId id="2147483696" r:id="rId58"/>
    <p:sldLayoutId id="2147483665" r:id="rId59"/>
    <p:sldLayoutId id="2147483718" r:id="rId60"/>
    <p:sldLayoutId id="2147483698" r:id="rId6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152" userDrawn="1">
          <p15:clr>
            <a:srgbClr val="F26B43"/>
          </p15:clr>
        </p15:guide>
        <p15:guide id="2" pos="40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6.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7.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B1D0E-4B0F-A0A1-789D-449A8184CE1B}"/>
              </a:ext>
            </a:extLst>
          </p:cNvPr>
          <p:cNvSpPr>
            <a:spLocks noGrp="1"/>
          </p:cNvSpPr>
          <p:nvPr>
            <p:ph type="title"/>
          </p:nvPr>
        </p:nvSpPr>
        <p:spPr/>
        <p:txBody>
          <a:bodyPr/>
          <a:lstStyle/>
          <a:p>
            <a:r>
              <a:rPr lang="en-GB" dirty="0"/>
              <a:t>PROGRESO DIGITALIZACIÓN RSW</a:t>
            </a:r>
            <a:endParaRPr lang="en-US" dirty="0"/>
          </a:p>
        </p:txBody>
      </p:sp>
      <p:sp>
        <p:nvSpPr>
          <p:cNvPr id="3" name="Text Placeholder 2">
            <a:extLst>
              <a:ext uri="{FF2B5EF4-FFF2-40B4-BE49-F238E27FC236}">
                <a16:creationId xmlns:a16="http://schemas.microsoft.com/office/drawing/2014/main" id="{4A460538-03CB-6A93-25B6-6A906DDF151A}"/>
              </a:ext>
            </a:extLst>
          </p:cNvPr>
          <p:cNvSpPr>
            <a:spLocks noGrp="1"/>
          </p:cNvSpPr>
          <p:nvPr>
            <p:ph type="body" sz="half" idx="2"/>
          </p:nvPr>
        </p:nvSpPr>
        <p:spPr/>
        <p:txBody>
          <a:bodyPr/>
          <a:lstStyle/>
          <a:p>
            <a:r>
              <a:rPr lang="en-GB" dirty="0"/>
              <a:t>Aitor Gomez Garcia</a:t>
            </a:r>
          </a:p>
        </p:txBody>
      </p:sp>
    </p:spTree>
    <p:extLst>
      <p:ext uri="{BB962C8B-B14F-4D97-AF65-F5344CB8AC3E}">
        <p14:creationId xmlns:p14="http://schemas.microsoft.com/office/powerpoint/2010/main" val="1052257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Marcador de texto 27">
            <a:extLst>
              <a:ext uri="{FF2B5EF4-FFF2-40B4-BE49-F238E27FC236}">
                <a16:creationId xmlns:a16="http://schemas.microsoft.com/office/drawing/2014/main" id="{864B2F77-1836-09D5-029A-54461D35821F}"/>
              </a:ext>
            </a:extLst>
          </p:cNvPr>
          <p:cNvSpPr>
            <a:spLocks noGrp="1"/>
          </p:cNvSpPr>
          <p:nvPr>
            <p:ph type="body" sz="quarter" idx="19"/>
          </p:nvPr>
        </p:nvSpPr>
        <p:spPr/>
        <p:txBody>
          <a:bodyPr/>
          <a:lstStyle/>
          <a:p>
            <a:r>
              <a:rPr lang="en-GB" dirty="0"/>
              <a:t>INTRODUCCIÓN</a:t>
            </a:r>
          </a:p>
        </p:txBody>
      </p:sp>
      <p:sp>
        <p:nvSpPr>
          <p:cNvPr id="29" name="Marcador de texto 28">
            <a:extLst>
              <a:ext uri="{FF2B5EF4-FFF2-40B4-BE49-F238E27FC236}">
                <a16:creationId xmlns:a16="http://schemas.microsoft.com/office/drawing/2014/main" id="{2103D022-180C-4134-8743-C9D7A6B6B65A}"/>
              </a:ext>
            </a:extLst>
          </p:cNvPr>
          <p:cNvSpPr>
            <a:spLocks noGrp="1"/>
          </p:cNvSpPr>
          <p:nvPr>
            <p:ph type="body" sz="quarter" idx="22"/>
          </p:nvPr>
        </p:nvSpPr>
        <p:spPr/>
        <p:txBody>
          <a:bodyPr/>
          <a:lstStyle/>
          <a:p>
            <a:r>
              <a:rPr lang="en-GB" dirty="0"/>
              <a:t>Breve </a:t>
            </a:r>
            <a:r>
              <a:rPr lang="en-GB" dirty="0" err="1"/>
              <a:t>descripción</a:t>
            </a:r>
            <a:r>
              <a:rPr lang="en-GB" dirty="0"/>
              <a:t> del </a:t>
            </a:r>
            <a:r>
              <a:rPr lang="en-GB" dirty="0" err="1"/>
              <a:t>estado</a:t>
            </a:r>
            <a:r>
              <a:rPr lang="en-GB" dirty="0"/>
              <a:t> de </a:t>
            </a:r>
            <a:r>
              <a:rPr lang="en-GB" dirty="0" err="1"/>
              <a:t>partida</a:t>
            </a:r>
            <a:r>
              <a:rPr lang="en-GB" dirty="0"/>
              <a:t>.</a:t>
            </a:r>
          </a:p>
        </p:txBody>
      </p:sp>
      <p:sp>
        <p:nvSpPr>
          <p:cNvPr id="10" name="Marcador de pie de página 9"/>
          <p:cNvSpPr>
            <a:spLocks noGrp="1"/>
          </p:cNvSpPr>
          <p:nvPr>
            <p:ph type="ftr" sz="quarter" idx="11"/>
          </p:nvPr>
        </p:nvSpPr>
        <p:spPr/>
        <p:txBody>
          <a:bodyPr/>
          <a:lstStyle/>
          <a:p>
            <a:r>
              <a:rPr lang="es-ES"/>
              <a:t>Proprietary Information - Confidential</a:t>
            </a:r>
          </a:p>
        </p:txBody>
      </p:sp>
      <p:sp>
        <p:nvSpPr>
          <p:cNvPr id="11" name="Marcador de número de diapositiva 10"/>
          <p:cNvSpPr>
            <a:spLocks noGrp="1"/>
          </p:cNvSpPr>
          <p:nvPr>
            <p:ph type="sldNum" sz="quarter" idx="12"/>
          </p:nvPr>
        </p:nvSpPr>
        <p:spPr/>
        <p:txBody>
          <a:bodyPr/>
          <a:lstStyle/>
          <a:p>
            <a:fld id="{FF2CED2D-DE01-CB40-AEF5-C9DD7CD06225}" type="slidenum">
              <a:rPr lang="es-ES" smtClean="0"/>
              <a:t>2</a:t>
            </a:fld>
            <a:endParaRPr lang="es-ES"/>
          </a:p>
        </p:txBody>
      </p:sp>
      <p:sp>
        <p:nvSpPr>
          <p:cNvPr id="30" name="Marcador de texto 29">
            <a:extLst>
              <a:ext uri="{FF2B5EF4-FFF2-40B4-BE49-F238E27FC236}">
                <a16:creationId xmlns:a16="http://schemas.microsoft.com/office/drawing/2014/main" id="{80C452F7-1E0E-50FD-B334-45FAF6CB5C7E}"/>
              </a:ext>
            </a:extLst>
          </p:cNvPr>
          <p:cNvSpPr>
            <a:spLocks noGrp="1"/>
          </p:cNvSpPr>
          <p:nvPr>
            <p:ph type="body" sz="quarter" idx="31"/>
          </p:nvPr>
        </p:nvSpPr>
        <p:spPr/>
        <p:txBody>
          <a:bodyPr/>
          <a:lstStyle/>
          <a:p>
            <a:r>
              <a:rPr lang="en-GB" dirty="0"/>
              <a:t>DIFICULTADES</a:t>
            </a:r>
          </a:p>
        </p:txBody>
      </p:sp>
      <p:sp>
        <p:nvSpPr>
          <p:cNvPr id="31" name="Marcador de texto 30">
            <a:extLst>
              <a:ext uri="{FF2B5EF4-FFF2-40B4-BE49-F238E27FC236}">
                <a16:creationId xmlns:a16="http://schemas.microsoft.com/office/drawing/2014/main" id="{225B365F-D18F-C4DB-EBC1-87E64F7679F7}"/>
              </a:ext>
            </a:extLst>
          </p:cNvPr>
          <p:cNvSpPr>
            <a:spLocks noGrp="1"/>
          </p:cNvSpPr>
          <p:nvPr>
            <p:ph type="body" sz="quarter" idx="32"/>
          </p:nvPr>
        </p:nvSpPr>
        <p:spPr>
          <a:xfrm>
            <a:off x="8561441" y="1943631"/>
            <a:ext cx="3253402" cy="836016"/>
          </a:xfrm>
        </p:spPr>
        <p:txBody>
          <a:bodyPr/>
          <a:lstStyle/>
          <a:p>
            <a:r>
              <a:rPr lang="en-GB" dirty="0"/>
              <a:t>SOLUCIONES IMPLEMENTADAS</a:t>
            </a:r>
          </a:p>
        </p:txBody>
      </p:sp>
      <p:sp>
        <p:nvSpPr>
          <p:cNvPr id="32" name="Marcador de texto 31">
            <a:extLst>
              <a:ext uri="{FF2B5EF4-FFF2-40B4-BE49-F238E27FC236}">
                <a16:creationId xmlns:a16="http://schemas.microsoft.com/office/drawing/2014/main" id="{42DF1964-715A-FAAE-FE13-DE0B6473E5E1}"/>
              </a:ext>
            </a:extLst>
          </p:cNvPr>
          <p:cNvSpPr>
            <a:spLocks noGrp="1"/>
          </p:cNvSpPr>
          <p:nvPr>
            <p:ph type="body" sz="quarter" idx="33"/>
          </p:nvPr>
        </p:nvSpPr>
        <p:spPr/>
        <p:txBody>
          <a:bodyPr/>
          <a:lstStyle/>
          <a:p>
            <a:r>
              <a:rPr lang="en-GB" dirty="0"/>
              <a:t>MODELOS </a:t>
            </a:r>
          </a:p>
        </p:txBody>
      </p:sp>
      <p:sp>
        <p:nvSpPr>
          <p:cNvPr id="33" name="Marcador de texto 32">
            <a:extLst>
              <a:ext uri="{FF2B5EF4-FFF2-40B4-BE49-F238E27FC236}">
                <a16:creationId xmlns:a16="http://schemas.microsoft.com/office/drawing/2014/main" id="{0380C52B-6875-AA49-B77B-5499BE4D4297}"/>
              </a:ext>
            </a:extLst>
          </p:cNvPr>
          <p:cNvSpPr>
            <a:spLocks noGrp="1"/>
          </p:cNvSpPr>
          <p:nvPr>
            <p:ph type="body" sz="quarter" idx="34"/>
          </p:nvPr>
        </p:nvSpPr>
        <p:spPr>
          <a:xfrm>
            <a:off x="5733830" y="4324944"/>
            <a:ext cx="3391793" cy="501650"/>
          </a:xfrm>
        </p:spPr>
        <p:txBody>
          <a:bodyPr/>
          <a:lstStyle/>
          <a:p>
            <a:r>
              <a:rPr lang="en-GB" dirty="0"/>
              <a:t>FUTURAS MEJORAS</a:t>
            </a:r>
          </a:p>
        </p:txBody>
      </p:sp>
      <p:sp>
        <p:nvSpPr>
          <p:cNvPr id="35" name="Marcador de texto 34">
            <a:extLst>
              <a:ext uri="{FF2B5EF4-FFF2-40B4-BE49-F238E27FC236}">
                <a16:creationId xmlns:a16="http://schemas.microsoft.com/office/drawing/2014/main" id="{6EA98916-F008-E6A1-68BE-02FBF9B3BC6C}"/>
              </a:ext>
            </a:extLst>
          </p:cNvPr>
          <p:cNvSpPr>
            <a:spLocks noGrp="1"/>
          </p:cNvSpPr>
          <p:nvPr>
            <p:ph type="body" sz="quarter" idx="36"/>
          </p:nvPr>
        </p:nvSpPr>
        <p:spPr/>
        <p:txBody>
          <a:bodyPr/>
          <a:lstStyle/>
          <a:p>
            <a:r>
              <a:rPr lang="en-GB" dirty="0" err="1"/>
              <a:t>En</a:t>
            </a:r>
            <a:r>
              <a:rPr lang="en-GB" dirty="0"/>
              <a:t> </a:t>
            </a:r>
            <a:r>
              <a:rPr lang="en-GB" dirty="0" err="1"/>
              <a:t>este</a:t>
            </a:r>
            <a:r>
              <a:rPr lang="en-GB" dirty="0"/>
              <a:t> </a:t>
            </a:r>
            <a:r>
              <a:rPr lang="en-GB" dirty="0" err="1"/>
              <a:t>punto</a:t>
            </a:r>
            <a:r>
              <a:rPr lang="en-GB" dirty="0"/>
              <a:t> se </a:t>
            </a:r>
            <a:r>
              <a:rPr lang="en-GB" dirty="0" err="1"/>
              <a:t>plantean</a:t>
            </a:r>
            <a:r>
              <a:rPr lang="en-GB" dirty="0"/>
              <a:t> </a:t>
            </a:r>
            <a:r>
              <a:rPr lang="en-GB" dirty="0" err="1"/>
              <a:t>los</a:t>
            </a:r>
            <a:r>
              <a:rPr lang="en-GB" dirty="0"/>
              <a:t> </a:t>
            </a:r>
            <a:r>
              <a:rPr lang="en-GB" dirty="0" err="1"/>
              <a:t>desafios</a:t>
            </a:r>
            <a:r>
              <a:rPr lang="en-GB" dirty="0"/>
              <a:t> </a:t>
            </a:r>
            <a:r>
              <a:rPr lang="en-GB" dirty="0" err="1"/>
              <a:t>en</a:t>
            </a:r>
            <a:r>
              <a:rPr lang="en-GB" dirty="0"/>
              <a:t> </a:t>
            </a:r>
            <a:r>
              <a:rPr lang="en-GB" dirty="0" err="1"/>
              <a:t>los</a:t>
            </a:r>
            <a:r>
              <a:rPr lang="en-GB" dirty="0"/>
              <a:t> que se </a:t>
            </a:r>
            <a:r>
              <a:rPr lang="en-GB" dirty="0" err="1"/>
              <a:t>desarrolla</a:t>
            </a:r>
            <a:r>
              <a:rPr lang="en-GB" dirty="0"/>
              <a:t> el </a:t>
            </a:r>
            <a:r>
              <a:rPr lang="en-GB" dirty="0" err="1"/>
              <a:t>trabajo</a:t>
            </a:r>
            <a:r>
              <a:rPr lang="en-GB" dirty="0"/>
              <a:t>.</a:t>
            </a:r>
          </a:p>
        </p:txBody>
      </p:sp>
      <p:sp>
        <p:nvSpPr>
          <p:cNvPr id="36" name="Marcador de texto 35">
            <a:extLst>
              <a:ext uri="{FF2B5EF4-FFF2-40B4-BE49-F238E27FC236}">
                <a16:creationId xmlns:a16="http://schemas.microsoft.com/office/drawing/2014/main" id="{8C331A37-BBE8-4224-1477-9A9303E84702}"/>
              </a:ext>
            </a:extLst>
          </p:cNvPr>
          <p:cNvSpPr>
            <a:spLocks noGrp="1"/>
          </p:cNvSpPr>
          <p:nvPr>
            <p:ph type="body" sz="quarter" idx="37"/>
          </p:nvPr>
        </p:nvSpPr>
        <p:spPr>
          <a:xfrm>
            <a:off x="8561441" y="2829897"/>
            <a:ext cx="2530088" cy="683880"/>
          </a:xfrm>
        </p:spPr>
        <p:txBody>
          <a:bodyPr/>
          <a:lstStyle/>
          <a:p>
            <a:r>
              <a:rPr lang="en-GB" dirty="0" err="1"/>
              <a:t>Detalles</a:t>
            </a:r>
            <a:r>
              <a:rPr lang="en-GB" dirty="0"/>
              <a:t> del </a:t>
            </a:r>
            <a:r>
              <a:rPr lang="en-GB" dirty="0" err="1"/>
              <a:t>progreso</a:t>
            </a:r>
            <a:r>
              <a:rPr lang="en-GB" dirty="0"/>
              <a:t> </a:t>
            </a:r>
            <a:r>
              <a:rPr lang="en-GB" dirty="0" err="1"/>
              <a:t>realziado</a:t>
            </a:r>
            <a:r>
              <a:rPr lang="en-GB" dirty="0"/>
              <a:t> hasta </a:t>
            </a:r>
            <a:r>
              <a:rPr lang="en-GB" dirty="0" err="1"/>
              <a:t>ahora</a:t>
            </a:r>
            <a:r>
              <a:rPr lang="en-GB" dirty="0"/>
              <a:t>.</a:t>
            </a:r>
          </a:p>
        </p:txBody>
      </p:sp>
      <p:sp>
        <p:nvSpPr>
          <p:cNvPr id="37" name="Marcador de texto 36">
            <a:extLst>
              <a:ext uri="{FF2B5EF4-FFF2-40B4-BE49-F238E27FC236}">
                <a16:creationId xmlns:a16="http://schemas.microsoft.com/office/drawing/2014/main" id="{334D3C6A-1F4C-BF3D-2849-D7B5C61D1D75}"/>
              </a:ext>
            </a:extLst>
          </p:cNvPr>
          <p:cNvSpPr>
            <a:spLocks noGrp="1"/>
          </p:cNvSpPr>
          <p:nvPr>
            <p:ph type="body" sz="quarter" idx="38"/>
          </p:nvPr>
        </p:nvSpPr>
        <p:spPr/>
        <p:txBody>
          <a:bodyPr/>
          <a:lstStyle/>
          <a:p>
            <a:r>
              <a:rPr lang="en-GB" dirty="0" err="1"/>
              <a:t>Descripción</a:t>
            </a:r>
            <a:r>
              <a:rPr lang="en-GB" dirty="0"/>
              <a:t> de </a:t>
            </a:r>
            <a:r>
              <a:rPr lang="en-GB" dirty="0" err="1"/>
              <a:t>los</a:t>
            </a:r>
            <a:r>
              <a:rPr lang="en-GB" dirty="0"/>
              <a:t> </a:t>
            </a:r>
            <a:r>
              <a:rPr lang="en-GB" dirty="0" err="1"/>
              <a:t>modelos</a:t>
            </a:r>
            <a:r>
              <a:rPr lang="en-GB" dirty="0"/>
              <a:t> </a:t>
            </a:r>
            <a:r>
              <a:rPr lang="en-GB" dirty="0" err="1"/>
              <a:t>seleccionados</a:t>
            </a:r>
            <a:r>
              <a:rPr lang="en-GB" dirty="0"/>
              <a:t>.</a:t>
            </a:r>
          </a:p>
        </p:txBody>
      </p:sp>
      <p:sp>
        <p:nvSpPr>
          <p:cNvPr id="38" name="Marcador de texto 37">
            <a:extLst>
              <a:ext uri="{FF2B5EF4-FFF2-40B4-BE49-F238E27FC236}">
                <a16:creationId xmlns:a16="http://schemas.microsoft.com/office/drawing/2014/main" id="{4B2F2937-1AC2-00E3-27D8-E0F08DBCD6A4}"/>
              </a:ext>
            </a:extLst>
          </p:cNvPr>
          <p:cNvSpPr>
            <a:spLocks noGrp="1"/>
          </p:cNvSpPr>
          <p:nvPr>
            <p:ph type="body" sz="quarter" idx="39"/>
          </p:nvPr>
        </p:nvSpPr>
        <p:spPr/>
        <p:txBody>
          <a:bodyPr/>
          <a:lstStyle/>
          <a:p>
            <a:r>
              <a:rPr lang="en-GB" dirty="0" err="1"/>
              <a:t>Consideracones</a:t>
            </a:r>
            <a:r>
              <a:rPr lang="en-GB" dirty="0"/>
              <a:t> a </a:t>
            </a:r>
            <a:r>
              <a:rPr lang="en-GB" dirty="0" err="1"/>
              <a:t>tener</a:t>
            </a:r>
            <a:r>
              <a:rPr lang="en-GB" dirty="0"/>
              <a:t> </a:t>
            </a:r>
            <a:r>
              <a:rPr lang="en-GB" dirty="0" err="1"/>
              <a:t>en</a:t>
            </a:r>
            <a:r>
              <a:rPr lang="en-GB" dirty="0"/>
              <a:t> </a:t>
            </a:r>
            <a:r>
              <a:rPr lang="en-GB" dirty="0" err="1"/>
              <a:t>cuenta</a:t>
            </a:r>
            <a:r>
              <a:rPr lang="en-GB" dirty="0"/>
              <a:t> y </a:t>
            </a:r>
            <a:r>
              <a:rPr lang="en-GB" dirty="0" err="1"/>
              <a:t>linea</a:t>
            </a:r>
            <a:r>
              <a:rPr lang="en-GB" dirty="0"/>
              <a:t> de </a:t>
            </a:r>
            <a:r>
              <a:rPr lang="en-GB" dirty="0" err="1"/>
              <a:t>avance</a:t>
            </a:r>
            <a:r>
              <a:rPr lang="en-GB" dirty="0"/>
              <a:t> del </a:t>
            </a:r>
            <a:r>
              <a:rPr lang="en-GB" dirty="0" err="1"/>
              <a:t>trabajo</a:t>
            </a:r>
            <a:r>
              <a:rPr lang="en-GB" dirty="0"/>
              <a:t>.</a:t>
            </a:r>
          </a:p>
        </p:txBody>
      </p:sp>
      <p:sp>
        <p:nvSpPr>
          <p:cNvPr id="40" name="CuadroTexto 39">
            <a:extLst>
              <a:ext uri="{FF2B5EF4-FFF2-40B4-BE49-F238E27FC236}">
                <a16:creationId xmlns:a16="http://schemas.microsoft.com/office/drawing/2014/main" id="{97E164A5-8E6E-1001-315B-F1C863DEC9BB}"/>
              </a:ext>
            </a:extLst>
          </p:cNvPr>
          <p:cNvSpPr txBox="1"/>
          <p:nvPr/>
        </p:nvSpPr>
        <p:spPr>
          <a:xfrm>
            <a:off x="543015" y="529163"/>
            <a:ext cx="1490982" cy="646331"/>
          </a:xfrm>
          <a:prstGeom prst="rect">
            <a:avLst/>
          </a:prstGeom>
          <a:noFill/>
        </p:spPr>
        <p:txBody>
          <a:bodyPr wrap="square">
            <a:spAutoFit/>
          </a:bodyPr>
          <a:lstStyle/>
          <a:p>
            <a:r>
              <a:rPr lang="es-ES" sz="3600" b="1" i="0">
                <a:solidFill>
                  <a:srgbClr val="0042ED"/>
                </a:solidFill>
                <a:latin typeface="Arial Narrow" panose="020B0604020202020204" pitchFamily="34" charset="0"/>
              </a:rPr>
              <a:t>INDEX</a:t>
            </a:r>
          </a:p>
        </p:txBody>
      </p:sp>
      <p:sp>
        <p:nvSpPr>
          <p:cNvPr id="41" name="Marcador de texto 37">
            <a:extLst>
              <a:ext uri="{FF2B5EF4-FFF2-40B4-BE49-F238E27FC236}">
                <a16:creationId xmlns:a16="http://schemas.microsoft.com/office/drawing/2014/main" id="{BD8DED17-2F90-D6D2-137F-667B527491DC}"/>
              </a:ext>
            </a:extLst>
          </p:cNvPr>
          <p:cNvSpPr txBox="1">
            <a:spLocks/>
          </p:cNvSpPr>
          <p:nvPr/>
        </p:nvSpPr>
        <p:spPr>
          <a:xfrm>
            <a:off x="2871788" y="1499080"/>
            <a:ext cx="776249" cy="50165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i="0" kern="1200">
                <a:solidFill>
                  <a:srgbClr val="0042ED"/>
                </a:solidFill>
                <a:latin typeface="Arial Narrow"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t>01</a:t>
            </a:r>
          </a:p>
        </p:txBody>
      </p:sp>
      <p:sp>
        <p:nvSpPr>
          <p:cNvPr id="42" name="Marcador de texto 37">
            <a:extLst>
              <a:ext uri="{FF2B5EF4-FFF2-40B4-BE49-F238E27FC236}">
                <a16:creationId xmlns:a16="http://schemas.microsoft.com/office/drawing/2014/main" id="{AFCE4002-C8DE-4102-7888-368EE827430E}"/>
              </a:ext>
            </a:extLst>
          </p:cNvPr>
          <p:cNvSpPr txBox="1">
            <a:spLocks/>
          </p:cNvSpPr>
          <p:nvPr/>
        </p:nvSpPr>
        <p:spPr>
          <a:xfrm>
            <a:off x="5733830" y="1486878"/>
            <a:ext cx="768683" cy="50165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i="0" kern="1200">
                <a:solidFill>
                  <a:srgbClr val="0042ED"/>
                </a:solidFill>
                <a:latin typeface="Arial Narrow"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a:t>02</a:t>
            </a:r>
          </a:p>
        </p:txBody>
      </p:sp>
      <p:sp>
        <p:nvSpPr>
          <p:cNvPr id="43" name="Marcador de texto 37">
            <a:extLst>
              <a:ext uri="{FF2B5EF4-FFF2-40B4-BE49-F238E27FC236}">
                <a16:creationId xmlns:a16="http://schemas.microsoft.com/office/drawing/2014/main" id="{F93694D9-903F-FDD0-91C7-9517DCE367A7}"/>
              </a:ext>
            </a:extLst>
          </p:cNvPr>
          <p:cNvSpPr txBox="1">
            <a:spLocks/>
          </p:cNvSpPr>
          <p:nvPr/>
        </p:nvSpPr>
        <p:spPr>
          <a:xfrm>
            <a:off x="8561441" y="1536977"/>
            <a:ext cx="733962" cy="50165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600" b="1" i="0" kern="1200">
                <a:solidFill>
                  <a:srgbClr val="0042ED"/>
                </a:solidFill>
                <a:latin typeface="Arial Narrow"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03</a:t>
            </a:r>
          </a:p>
        </p:txBody>
      </p:sp>
      <p:sp>
        <p:nvSpPr>
          <p:cNvPr id="44" name="Marcador de texto 37">
            <a:extLst>
              <a:ext uri="{FF2B5EF4-FFF2-40B4-BE49-F238E27FC236}">
                <a16:creationId xmlns:a16="http://schemas.microsoft.com/office/drawing/2014/main" id="{B38C3353-7955-8A46-E3EA-C84E7D4C1303}"/>
              </a:ext>
            </a:extLst>
          </p:cNvPr>
          <p:cNvSpPr>
            <a:spLocks noGrp="1"/>
          </p:cNvSpPr>
          <p:nvPr>
            <p:ph type="body" sz="quarter" idx="4294967295" hasCustomPrompt="1"/>
          </p:nvPr>
        </p:nvSpPr>
        <p:spPr>
          <a:xfrm>
            <a:off x="2871788" y="3783426"/>
            <a:ext cx="776249" cy="501650"/>
          </a:xfrm>
          <a:prstGeom prst="rect">
            <a:avLst/>
          </a:prstGeom>
        </p:spPr>
        <p:txBody>
          <a:bodyPr/>
          <a:lstStyle>
            <a:lvl1pPr marL="0" indent="0">
              <a:buNone/>
              <a:defRPr sz="3600" b="1" i="0">
                <a:solidFill>
                  <a:srgbClr val="0042ED"/>
                </a:solidFill>
                <a:latin typeface="Arial Narrow" panose="020B0604020202020204" pitchFamily="34" charset="0"/>
              </a:defRPr>
            </a:lvl1pPr>
          </a:lstStyle>
          <a:p>
            <a:pPr lvl="0"/>
            <a:r>
              <a:rPr lang="es-ES"/>
              <a:t>04</a:t>
            </a:r>
          </a:p>
        </p:txBody>
      </p:sp>
      <p:sp>
        <p:nvSpPr>
          <p:cNvPr id="45" name="Marcador de texto 37">
            <a:extLst>
              <a:ext uri="{FF2B5EF4-FFF2-40B4-BE49-F238E27FC236}">
                <a16:creationId xmlns:a16="http://schemas.microsoft.com/office/drawing/2014/main" id="{A9F00150-531E-8A13-105A-7DB1E6338827}"/>
              </a:ext>
            </a:extLst>
          </p:cNvPr>
          <p:cNvSpPr>
            <a:spLocks noGrp="1"/>
          </p:cNvSpPr>
          <p:nvPr>
            <p:ph type="body" sz="quarter" idx="4294967295" hasCustomPrompt="1"/>
          </p:nvPr>
        </p:nvSpPr>
        <p:spPr>
          <a:xfrm>
            <a:off x="5733830" y="3783426"/>
            <a:ext cx="768683" cy="501650"/>
          </a:xfrm>
          <a:prstGeom prst="rect">
            <a:avLst/>
          </a:prstGeom>
        </p:spPr>
        <p:txBody>
          <a:bodyPr/>
          <a:lstStyle>
            <a:lvl1pPr marL="0" indent="0">
              <a:buNone/>
              <a:defRPr sz="3600" b="1" i="0">
                <a:solidFill>
                  <a:srgbClr val="0042ED"/>
                </a:solidFill>
                <a:latin typeface="Arial Narrow" panose="020B0604020202020204" pitchFamily="34" charset="0"/>
              </a:defRPr>
            </a:lvl1pPr>
          </a:lstStyle>
          <a:p>
            <a:pPr lvl="0"/>
            <a:r>
              <a:rPr lang="es-ES" dirty="0"/>
              <a:t>05</a:t>
            </a:r>
          </a:p>
        </p:txBody>
      </p:sp>
    </p:spTree>
    <p:extLst>
      <p:ext uri="{BB962C8B-B14F-4D97-AF65-F5344CB8AC3E}">
        <p14:creationId xmlns:p14="http://schemas.microsoft.com/office/powerpoint/2010/main" val="4161034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Marcador de posición de imagen 13" descr="Imagen que contiene persona, hombre, joven, vistiendo&#10;&#10;El contenido generado por IA puede ser incorrecto.">
            <a:extLst>
              <a:ext uri="{FF2B5EF4-FFF2-40B4-BE49-F238E27FC236}">
                <a16:creationId xmlns:a16="http://schemas.microsoft.com/office/drawing/2014/main" id="{7B2E46FB-1654-7678-44B0-011D73D0D09E}"/>
              </a:ext>
            </a:extLst>
          </p:cNvPr>
          <p:cNvPicPr>
            <a:picLocks noGrp="1" noChangeAspect="1"/>
          </p:cNvPicPr>
          <p:nvPr>
            <p:ph type="pic" idx="1"/>
          </p:nvPr>
        </p:nvPicPr>
        <p:blipFill>
          <a:blip r:embed="rId2"/>
          <a:srcRect l="20897" r="20897"/>
          <a:stretch/>
        </p:blipFill>
        <p:spPr>
          <a:xfrm>
            <a:off x="6211529" y="0"/>
            <a:ext cx="5980170" cy="6857999"/>
          </a:xfrm>
          <a:noFill/>
        </p:spPr>
      </p:pic>
      <p:sp>
        <p:nvSpPr>
          <p:cNvPr id="3" name="Marcador de texto 2"/>
          <p:cNvSpPr>
            <a:spLocks noGrp="1"/>
          </p:cNvSpPr>
          <p:nvPr>
            <p:ph type="body" sz="quarter" idx="13"/>
          </p:nvPr>
        </p:nvSpPr>
        <p:spPr>
          <a:xfrm>
            <a:off x="593249" y="2539028"/>
            <a:ext cx="1415902" cy="679210"/>
          </a:xfrm>
        </p:spPr>
        <p:txBody>
          <a:bodyPr anchor="ctr">
            <a:normAutofit/>
          </a:bodyPr>
          <a:lstStyle/>
          <a:p>
            <a:r>
              <a:rPr lang="es-ES" sz="4200"/>
              <a:t>01</a:t>
            </a:r>
          </a:p>
        </p:txBody>
      </p:sp>
      <p:sp>
        <p:nvSpPr>
          <p:cNvPr id="4" name="Marcador de pie de página 3"/>
          <p:cNvSpPr>
            <a:spLocks noGrp="1"/>
          </p:cNvSpPr>
          <p:nvPr>
            <p:ph type="ftr" sz="quarter" idx="11"/>
          </p:nvPr>
        </p:nvSpPr>
        <p:spPr>
          <a:xfrm>
            <a:off x="8605477" y="6356350"/>
            <a:ext cx="2205958" cy="365125"/>
          </a:xfrm>
        </p:spPr>
        <p:txBody>
          <a:bodyPr anchor="ctr">
            <a:normAutofit/>
          </a:bodyPr>
          <a:lstStyle/>
          <a:p>
            <a:pPr>
              <a:spcAft>
                <a:spcPts val="600"/>
              </a:spcAft>
            </a:pPr>
            <a:r>
              <a:rPr lang="es-ES"/>
              <a:t>Proprietary Information - Confidential</a:t>
            </a:r>
          </a:p>
        </p:txBody>
      </p:sp>
      <p:sp>
        <p:nvSpPr>
          <p:cNvPr id="5" name="Marcador de número de diapositiva 4"/>
          <p:cNvSpPr>
            <a:spLocks noGrp="1"/>
          </p:cNvSpPr>
          <p:nvPr>
            <p:ph type="sldNum" sz="quarter" idx="12"/>
          </p:nvPr>
        </p:nvSpPr>
        <p:spPr>
          <a:xfrm>
            <a:off x="10834487" y="6356350"/>
            <a:ext cx="980356" cy="365125"/>
          </a:xfrm>
        </p:spPr>
        <p:txBody>
          <a:bodyPr anchor="ctr">
            <a:normAutofit/>
          </a:bodyPr>
          <a:lstStyle/>
          <a:p>
            <a:pPr>
              <a:spcAft>
                <a:spcPts val="600"/>
              </a:spcAft>
            </a:pPr>
            <a:fld id="{FF2CED2D-DE01-CB40-AEF5-C9DD7CD06225}" type="slidenum">
              <a:rPr lang="es-ES" smtClean="0"/>
              <a:pPr>
                <a:spcAft>
                  <a:spcPts val="600"/>
                </a:spcAft>
              </a:pPr>
              <a:t>3</a:t>
            </a:fld>
            <a:endParaRPr lang="es-ES"/>
          </a:p>
        </p:txBody>
      </p:sp>
      <p:sp>
        <p:nvSpPr>
          <p:cNvPr id="6" name="Marcador de texto 5"/>
          <p:cNvSpPr>
            <a:spLocks noGrp="1"/>
          </p:cNvSpPr>
          <p:nvPr>
            <p:ph type="body" sz="quarter" idx="19"/>
          </p:nvPr>
        </p:nvSpPr>
        <p:spPr>
          <a:xfrm>
            <a:off x="609507" y="3355192"/>
            <a:ext cx="3827463" cy="2130425"/>
          </a:xfrm>
        </p:spPr>
        <p:txBody>
          <a:bodyPr anchor="t">
            <a:normAutofit/>
          </a:bodyPr>
          <a:lstStyle/>
          <a:p>
            <a:r>
              <a:rPr lang="en-GB" dirty="0"/>
              <a:t>INTRODUCCIÓN</a:t>
            </a:r>
          </a:p>
          <a:p>
            <a:endParaRPr lang="es-ES" dirty="0"/>
          </a:p>
        </p:txBody>
      </p:sp>
    </p:spTree>
    <p:extLst>
      <p:ext uri="{BB962C8B-B14F-4D97-AF65-F5344CB8AC3E}">
        <p14:creationId xmlns:p14="http://schemas.microsoft.com/office/powerpoint/2010/main" val="1966212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4698EC99-FF70-CC38-9F17-E27943F0C48B}"/>
              </a:ext>
            </a:extLst>
          </p:cNvPr>
          <p:cNvSpPr>
            <a:spLocks noGrp="1"/>
          </p:cNvSpPr>
          <p:nvPr>
            <p:ph type="ftr" sz="quarter" idx="11"/>
          </p:nvPr>
        </p:nvSpPr>
        <p:spPr/>
        <p:txBody>
          <a:bodyPr/>
          <a:lstStyle/>
          <a:p>
            <a:r>
              <a:rPr lang="es-ES"/>
              <a:t>Proprietary Information - Confidential</a:t>
            </a:r>
          </a:p>
        </p:txBody>
      </p:sp>
      <p:sp>
        <p:nvSpPr>
          <p:cNvPr id="3" name="Marcador de número de diapositiva 2">
            <a:extLst>
              <a:ext uri="{FF2B5EF4-FFF2-40B4-BE49-F238E27FC236}">
                <a16:creationId xmlns:a16="http://schemas.microsoft.com/office/drawing/2014/main" id="{A216EF36-9F52-915E-E6BC-0125E5966B36}"/>
              </a:ext>
            </a:extLst>
          </p:cNvPr>
          <p:cNvSpPr>
            <a:spLocks noGrp="1"/>
          </p:cNvSpPr>
          <p:nvPr>
            <p:ph type="sldNum" sz="quarter" idx="12"/>
          </p:nvPr>
        </p:nvSpPr>
        <p:spPr/>
        <p:txBody>
          <a:bodyPr/>
          <a:lstStyle/>
          <a:p>
            <a:fld id="{FF2CED2D-DE01-CB40-AEF5-C9DD7CD06225}" type="slidenum">
              <a:rPr lang="es-ES" smtClean="0"/>
              <a:t>4</a:t>
            </a:fld>
            <a:endParaRPr lang="es-ES"/>
          </a:p>
        </p:txBody>
      </p:sp>
      <p:sp>
        <p:nvSpPr>
          <p:cNvPr id="4" name="Marcador de texto 3">
            <a:extLst>
              <a:ext uri="{FF2B5EF4-FFF2-40B4-BE49-F238E27FC236}">
                <a16:creationId xmlns:a16="http://schemas.microsoft.com/office/drawing/2014/main" id="{90B83F32-7424-13E8-892F-B618FA796172}"/>
              </a:ext>
            </a:extLst>
          </p:cNvPr>
          <p:cNvSpPr>
            <a:spLocks noGrp="1"/>
          </p:cNvSpPr>
          <p:nvPr>
            <p:ph type="body" sz="quarter" idx="15"/>
          </p:nvPr>
        </p:nvSpPr>
        <p:spPr/>
        <p:txBody>
          <a:bodyPr/>
          <a:lstStyle/>
          <a:p>
            <a:r>
              <a:rPr lang="es-ES" dirty="0"/>
              <a:t>Evaluación del Modelo INICIAL (Regresión Logística)</a:t>
            </a:r>
            <a:endParaRPr lang="en-GB" dirty="0"/>
          </a:p>
        </p:txBody>
      </p:sp>
      <p:sp>
        <p:nvSpPr>
          <p:cNvPr id="8" name="Rectangle 3"/>
          <p:cNvSpPr>
            <a:spLocks noChangeArrowheads="1"/>
          </p:cNvSpPr>
          <p:nvPr/>
        </p:nvSpPr>
        <p:spPr bwMode="auto">
          <a:xfrm>
            <a:off x="555307" y="1343036"/>
            <a:ext cx="10866672"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spcBef>
                <a:spcPct val="0"/>
              </a:spcBef>
              <a:spcAft>
                <a:spcPct val="0"/>
              </a:spcAft>
              <a:buFont typeface="Arial" panose="020B0604020202020204" pitchFamily="34" charset="0"/>
              <a:buChar char="•"/>
            </a:pPr>
            <a:r>
              <a:rPr lang="es-ES" sz="2000" b="1" dirty="0"/>
              <a:t>Arquitectura y Estado Inicial</a:t>
            </a:r>
            <a:endParaRPr kumimoji="0" lang="es-ES" altLang="es-ES" sz="2000" b="1" i="0" u="none" strike="noStrike" cap="none" normalizeH="0" baseline="0" dirty="0">
              <a:ln>
                <a:noFill/>
              </a:ln>
              <a:solidFill>
                <a:schemeClr val="tx1"/>
              </a:solidFill>
              <a:effectLst/>
              <a:latin typeface="Arial" panose="020B0604020202020204" pitchFamily="34" charset="0"/>
            </a:endParaRPr>
          </a:p>
          <a:p>
            <a:pPr marL="742950" lvl="1" indent="-285750" algn="just" eaLnBrk="0" fontAlgn="base" hangingPunct="0">
              <a:spcBef>
                <a:spcPct val="0"/>
              </a:spcBef>
              <a:spcAft>
                <a:spcPct val="0"/>
              </a:spcAft>
              <a:buFont typeface="Courier New" panose="02070309020205020404" pitchFamily="49" charset="0"/>
              <a:buChar char="o"/>
            </a:pPr>
            <a:r>
              <a:rPr kumimoji="0" lang="es-ES" altLang="es-ES" b="1" i="0" u="none" strike="noStrike" cap="none" normalizeH="0" baseline="0" dirty="0">
                <a:ln>
                  <a:noFill/>
                </a:ln>
                <a:solidFill>
                  <a:schemeClr val="tx1"/>
                </a:solidFill>
                <a:effectLst/>
                <a:latin typeface="Arial" panose="020B0604020202020204" pitchFamily="34" charset="0"/>
              </a:rPr>
              <a:t>Modelo:</a:t>
            </a:r>
            <a:r>
              <a:rPr kumimoji="0" lang="es-ES" altLang="es-ES" b="0" i="0" u="none" strike="noStrike" cap="none" normalizeH="0" baseline="0" dirty="0">
                <a:ln>
                  <a:noFill/>
                </a:ln>
                <a:solidFill>
                  <a:schemeClr val="tx1"/>
                </a:solidFill>
                <a:effectLst/>
                <a:latin typeface="Arial" panose="020B0604020202020204" pitchFamily="34" charset="0"/>
              </a:rPr>
              <a:t> Lineal basado en Regresión Logística (Implementación: Mario).</a:t>
            </a:r>
          </a:p>
          <a:p>
            <a:pPr marL="742950" lvl="1" indent="-285750" algn="just" eaLnBrk="0" fontAlgn="base" hangingPunct="0">
              <a:spcBef>
                <a:spcPct val="0"/>
              </a:spcBef>
              <a:spcAft>
                <a:spcPct val="0"/>
              </a:spcAft>
              <a:buFont typeface="Courier New" panose="02070309020205020404" pitchFamily="49" charset="0"/>
              <a:buChar char="o"/>
            </a:pPr>
            <a:r>
              <a:rPr lang="es-ES" b="1" dirty="0"/>
              <a:t>Rendimiento Previo:</a:t>
            </a:r>
            <a:r>
              <a:rPr lang="es-ES" dirty="0"/>
              <a:t> Resultados iniciales excelentes sobre los datos proporcionados originalmente.</a:t>
            </a:r>
            <a:endParaRPr lang="es-ES" b="1" dirty="0">
              <a:latin typeface="Arial" panose="020B0604020202020204" pitchFamily="34" charset="0"/>
            </a:endParaRPr>
          </a:p>
          <a:p>
            <a:pPr marL="742950" lvl="1" indent="-285750" algn="just" eaLnBrk="0" fontAlgn="base" hangingPunct="0">
              <a:spcBef>
                <a:spcPct val="0"/>
              </a:spcBef>
              <a:spcAft>
                <a:spcPct val="0"/>
              </a:spcAft>
              <a:buFont typeface="Courier New" panose="02070309020205020404" pitchFamily="49" charset="0"/>
              <a:buChar char="o"/>
            </a:pPr>
            <a:endParaRPr lang="es-ES" altLang="es-ES" b="1" dirty="0">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2000" b="1" i="0" u="none" strike="noStrike" cap="none" normalizeH="0" baseline="0" dirty="0">
                <a:ln>
                  <a:noFill/>
                </a:ln>
                <a:solidFill>
                  <a:schemeClr val="tx1"/>
                </a:solidFill>
                <a:effectLst/>
                <a:latin typeface="Arial" panose="020B0604020202020204" pitchFamily="34" charset="0"/>
              </a:rPr>
              <a:t>Problemática Detectada (Generalización)</a:t>
            </a:r>
            <a:endParaRPr lang="es-ES" altLang="es-ES" sz="2000" dirty="0">
              <a:latin typeface="Arial" panose="020B0604020202020204" pitchFamily="34" charset="0"/>
            </a:endParaRPr>
          </a:p>
          <a:p>
            <a:pPr marL="742950" lvl="1" indent="-285750" algn="just" eaLnBrk="0" fontAlgn="base" hangingPunct="0">
              <a:spcBef>
                <a:spcPct val="0"/>
              </a:spcBef>
              <a:spcAft>
                <a:spcPct val="0"/>
              </a:spcAft>
              <a:buFont typeface="Courier New" panose="02070309020205020404" pitchFamily="49" charset="0"/>
              <a:buChar char="o"/>
            </a:pPr>
            <a:r>
              <a:rPr kumimoji="0" lang="es-ES" altLang="es-ES" b="0" i="0" u="none" strike="noStrike" cap="none" normalizeH="0" baseline="0" dirty="0">
                <a:ln>
                  <a:noFill/>
                </a:ln>
                <a:solidFill>
                  <a:schemeClr val="tx1"/>
                </a:solidFill>
                <a:effectLst/>
                <a:latin typeface="Arial" panose="020B0604020202020204" pitchFamily="34" charset="0"/>
              </a:rPr>
              <a:t>Fallo crítico al validar con datos externos (nuevos).</a:t>
            </a:r>
          </a:p>
          <a:p>
            <a:pPr marL="742950" lvl="1" indent="-285750" algn="just" eaLnBrk="0" fontAlgn="base" hangingPunct="0">
              <a:spcBef>
                <a:spcPct val="0"/>
              </a:spcBef>
              <a:spcAft>
                <a:spcPct val="0"/>
              </a:spcAft>
              <a:buFont typeface="Courier New" panose="02070309020205020404" pitchFamily="49" charset="0"/>
              <a:buChar char="o"/>
            </a:pPr>
            <a:r>
              <a:rPr kumimoji="0" lang="es-ES" altLang="es-ES" b="0" i="0" u="none" strike="noStrike" cap="none" normalizeH="0" baseline="0" dirty="0">
                <a:ln>
                  <a:noFill/>
                </a:ln>
                <a:solidFill>
                  <a:schemeClr val="tx1"/>
                </a:solidFill>
                <a:effectLst/>
                <a:latin typeface="Arial" panose="020B0604020202020204" pitchFamily="34" charset="0"/>
              </a:rPr>
              <a:t>Incapacidad para detectar </a:t>
            </a:r>
            <a:r>
              <a:rPr kumimoji="0" lang="es-ES" altLang="es-ES" b="1" i="0" u="none" strike="noStrike" cap="none" normalizeH="0" baseline="0" dirty="0">
                <a:ln>
                  <a:noFill/>
                </a:ln>
                <a:solidFill>
                  <a:schemeClr val="tx1"/>
                </a:solidFill>
                <a:effectLst/>
                <a:latin typeface="Arial" panose="020B0604020202020204" pitchFamily="34" charset="0"/>
              </a:rPr>
              <a:t>puntos de soldadura incorrectos</a:t>
            </a:r>
            <a:r>
              <a:rPr kumimoji="0" lang="es-ES" altLang="es-ES" b="0" i="0" u="none" strike="noStrike" cap="none" normalizeH="0" baseline="0" dirty="0">
                <a:ln>
                  <a:noFill/>
                </a:ln>
                <a:solidFill>
                  <a:schemeClr val="tx1"/>
                </a:solidFill>
                <a:effectLst/>
                <a:latin typeface="Arial" panose="020B0604020202020204" pitchFamily="34" charset="0"/>
              </a:rPr>
              <a:t> (defectos de pegado).</a:t>
            </a:r>
          </a:p>
          <a:p>
            <a:pPr marL="0" marR="0" lvl="0" indent="0" algn="just" defTabSz="914400" rtl="0" eaLnBrk="0" fontAlgn="base" latinLnBrk="0" hangingPunct="0">
              <a:lnSpc>
                <a:spcPct val="100000"/>
              </a:lnSpc>
              <a:spcBef>
                <a:spcPct val="0"/>
              </a:spcBef>
              <a:spcAft>
                <a:spcPct val="0"/>
              </a:spcAft>
              <a:buClrTx/>
              <a:buSzTx/>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s-ES" altLang="es-ES" sz="2000" b="1" i="0" u="none" strike="noStrike" cap="none" normalizeH="0" baseline="0" dirty="0">
                <a:ln>
                  <a:noFill/>
                </a:ln>
                <a:solidFill>
                  <a:schemeClr val="tx1"/>
                </a:solidFill>
                <a:effectLst/>
                <a:latin typeface="Arial" panose="020B0604020202020204" pitchFamily="34" charset="0"/>
              </a:rPr>
              <a:t>Causa Raíz</a:t>
            </a:r>
          </a:p>
          <a:p>
            <a:pPr marL="742950" lvl="1" indent="-285750" algn="just" eaLnBrk="0" fontAlgn="base" hangingPunct="0">
              <a:spcBef>
                <a:spcPct val="0"/>
              </a:spcBef>
              <a:spcAft>
                <a:spcPct val="0"/>
              </a:spcAft>
              <a:buFont typeface="Courier New" panose="02070309020205020404" pitchFamily="49" charset="0"/>
              <a:buChar char="o"/>
            </a:pPr>
            <a:r>
              <a:rPr kumimoji="0" lang="es-ES" altLang="es-ES" b="1" i="0" u="none" strike="noStrike" cap="none" normalizeH="0" baseline="0" dirty="0" err="1">
                <a:ln>
                  <a:noFill/>
                </a:ln>
                <a:solidFill>
                  <a:schemeClr val="tx1"/>
                </a:solidFill>
                <a:effectLst/>
                <a:latin typeface="Arial" panose="020B0604020202020204" pitchFamily="34" charset="0"/>
              </a:rPr>
              <a:t>Dataset</a:t>
            </a:r>
            <a:r>
              <a:rPr kumimoji="0" lang="es-ES" altLang="es-ES" b="1" i="0" u="none" strike="noStrike" cap="none" normalizeH="0" baseline="0" dirty="0">
                <a:ln>
                  <a:noFill/>
                </a:ln>
                <a:solidFill>
                  <a:schemeClr val="tx1"/>
                </a:solidFill>
                <a:effectLst/>
                <a:latin typeface="Arial" panose="020B0604020202020204" pitchFamily="34" charset="0"/>
              </a:rPr>
              <a:t> Insuficiente:</a:t>
            </a:r>
            <a:r>
              <a:rPr kumimoji="0" lang="es-ES" altLang="es-ES" b="0" i="0" u="none" strike="noStrike" cap="none" normalizeH="0" baseline="0" dirty="0">
                <a:ln>
                  <a:noFill/>
                </a:ln>
                <a:solidFill>
                  <a:schemeClr val="tx1"/>
                </a:solidFill>
                <a:effectLst/>
                <a:latin typeface="Arial" panose="020B0604020202020204" pitchFamily="34" charset="0"/>
              </a:rPr>
              <a:t> Base de datos limitada a ~108 puntos (mezcla de defectos y no defectos).</a:t>
            </a:r>
          </a:p>
          <a:p>
            <a:pPr marL="742950" lvl="1" indent="-285750" algn="just" eaLnBrk="0" fontAlgn="base" hangingPunct="0">
              <a:spcBef>
                <a:spcPct val="0"/>
              </a:spcBef>
              <a:spcAft>
                <a:spcPct val="0"/>
              </a:spcAft>
              <a:buFont typeface="Courier New" panose="02070309020205020404" pitchFamily="49" charset="0"/>
              <a:buChar char="o"/>
            </a:pPr>
            <a:r>
              <a:rPr kumimoji="0" lang="es-ES" altLang="es-ES" b="0" i="0" u="none" strike="noStrike" cap="none" normalizeH="0" baseline="0" dirty="0">
                <a:ln>
                  <a:noFill/>
                </a:ln>
                <a:solidFill>
                  <a:schemeClr val="tx1"/>
                </a:solidFill>
                <a:effectLst/>
                <a:latin typeface="Arial" panose="020B0604020202020204" pitchFamily="34" charset="0"/>
              </a:rPr>
              <a:t>Baja representatividad de la variabilidad real.</a:t>
            </a:r>
          </a:p>
          <a:p>
            <a:pPr marL="742950" lvl="1" indent="-285750" algn="just" eaLnBrk="0" fontAlgn="base" hangingPunct="0">
              <a:spcBef>
                <a:spcPct val="0"/>
              </a:spcBef>
              <a:spcAft>
                <a:spcPct val="0"/>
              </a:spcAft>
              <a:buFont typeface="Courier New" panose="02070309020205020404" pitchFamily="49" charset="0"/>
              <a:buChar char="o"/>
            </a:pPr>
            <a:r>
              <a:rPr lang="es-ES" altLang="es-ES" dirty="0">
                <a:latin typeface="Arial" panose="020B0604020202020204" pitchFamily="34" charset="0"/>
              </a:rPr>
              <a:t>Uso de modelo lineal para relacionar características no lineales.</a:t>
            </a:r>
            <a:endParaRPr kumimoji="0" lang="es-ES" altLang="es-E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4824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descr="Diagrama&#10;&#10;El contenido generado por IA puede ser incorrecto."/>
          <p:cNvPicPr/>
          <p:nvPr/>
        </p:nvPicPr>
        <p:blipFill>
          <a:blip r:embed="rId2" cstate="print">
            <a:extLst>
              <a:ext uri="{28A0092B-C50C-407E-A947-70E740481C1C}">
                <a14:useLocalDpi xmlns:a14="http://schemas.microsoft.com/office/drawing/2010/main" val="0"/>
              </a:ext>
            </a:extLst>
          </a:blip>
          <a:srcRect l="4554" r="28732" b="1"/>
          <a:stretch>
            <a:fillRect/>
          </a:stretch>
        </p:blipFill>
        <p:spPr>
          <a:xfrm>
            <a:off x="6211229" y="10"/>
            <a:ext cx="5980771" cy="6857989"/>
          </a:xfrm>
          <a:prstGeom prst="rect">
            <a:avLst/>
          </a:prstGeom>
          <a:noFill/>
        </p:spPr>
      </p:pic>
      <p:sp>
        <p:nvSpPr>
          <p:cNvPr id="3" name="Marcador de texto 2"/>
          <p:cNvSpPr>
            <a:spLocks noGrp="1"/>
          </p:cNvSpPr>
          <p:nvPr>
            <p:ph type="body" sz="quarter" idx="13"/>
          </p:nvPr>
        </p:nvSpPr>
        <p:spPr>
          <a:xfrm>
            <a:off x="593249" y="2539028"/>
            <a:ext cx="1415902" cy="679210"/>
          </a:xfrm>
        </p:spPr>
        <p:txBody>
          <a:bodyPr anchor="ctr">
            <a:normAutofit/>
          </a:bodyPr>
          <a:lstStyle/>
          <a:p>
            <a:r>
              <a:rPr lang="es-ES" sz="4200"/>
              <a:t>02</a:t>
            </a:r>
          </a:p>
        </p:txBody>
      </p:sp>
      <p:sp>
        <p:nvSpPr>
          <p:cNvPr id="4" name="Marcador de pie de página 3"/>
          <p:cNvSpPr>
            <a:spLocks noGrp="1"/>
          </p:cNvSpPr>
          <p:nvPr>
            <p:ph type="ftr" sz="quarter" idx="11"/>
          </p:nvPr>
        </p:nvSpPr>
        <p:spPr>
          <a:xfrm>
            <a:off x="8605477" y="6356350"/>
            <a:ext cx="2205958" cy="365125"/>
          </a:xfrm>
        </p:spPr>
        <p:txBody>
          <a:bodyPr anchor="ctr">
            <a:normAutofit/>
          </a:bodyPr>
          <a:lstStyle/>
          <a:p>
            <a:pPr>
              <a:spcAft>
                <a:spcPts val="600"/>
              </a:spcAft>
            </a:pPr>
            <a:r>
              <a:rPr lang="es-ES"/>
              <a:t>Proprietary Information - Confidential</a:t>
            </a:r>
          </a:p>
        </p:txBody>
      </p:sp>
      <p:sp>
        <p:nvSpPr>
          <p:cNvPr id="5" name="Marcador de número de diapositiva 4"/>
          <p:cNvSpPr>
            <a:spLocks noGrp="1"/>
          </p:cNvSpPr>
          <p:nvPr>
            <p:ph type="sldNum" sz="quarter" idx="12"/>
          </p:nvPr>
        </p:nvSpPr>
        <p:spPr>
          <a:xfrm>
            <a:off x="10834487" y="6356350"/>
            <a:ext cx="980356" cy="365125"/>
          </a:xfrm>
        </p:spPr>
        <p:txBody>
          <a:bodyPr anchor="ctr">
            <a:normAutofit/>
          </a:bodyPr>
          <a:lstStyle/>
          <a:p>
            <a:pPr>
              <a:spcAft>
                <a:spcPts val="600"/>
              </a:spcAft>
            </a:pPr>
            <a:fld id="{FF2CED2D-DE01-CB40-AEF5-C9DD7CD06225}" type="slidenum">
              <a:rPr lang="es-ES" smtClean="0"/>
              <a:pPr>
                <a:spcAft>
                  <a:spcPts val="600"/>
                </a:spcAft>
              </a:pPr>
              <a:t>5</a:t>
            </a:fld>
            <a:endParaRPr lang="es-ES"/>
          </a:p>
        </p:txBody>
      </p:sp>
      <p:sp>
        <p:nvSpPr>
          <p:cNvPr id="6" name="Marcador de texto 5"/>
          <p:cNvSpPr>
            <a:spLocks noGrp="1"/>
          </p:cNvSpPr>
          <p:nvPr>
            <p:ph type="body" sz="quarter" idx="19"/>
          </p:nvPr>
        </p:nvSpPr>
        <p:spPr>
          <a:xfrm>
            <a:off x="609507" y="3355192"/>
            <a:ext cx="3827463" cy="2130425"/>
          </a:xfrm>
        </p:spPr>
        <p:txBody>
          <a:bodyPr anchor="t">
            <a:normAutofit/>
          </a:bodyPr>
          <a:lstStyle/>
          <a:p>
            <a:r>
              <a:rPr lang="en-GB" dirty="0"/>
              <a:t>DIFICULTADES</a:t>
            </a:r>
          </a:p>
          <a:p>
            <a:endParaRPr lang="es-ES" dirty="0"/>
          </a:p>
        </p:txBody>
      </p:sp>
    </p:spTree>
    <p:extLst>
      <p:ext uri="{BB962C8B-B14F-4D97-AF65-F5344CB8AC3E}">
        <p14:creationId xmlns:p14="http://schemas.microsoft.com/office/powerpoint/2010/main" val="1336897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B7A6C679-5056-5516-F80D-70D5453633E3}"/>
              </a:ext>
            </a:extLst>
          </p:cNvPr>
          <p:cNvSpPr>
            <a:spLocks noGrp="1"/>
          </p:cNvSpPr>
          <p:nvPr>
            <p:ph type="ftr" sz="quarter" idx="11"/>
          </p:nvPr>
        </p:nvSpPr>
        <p:spPr/>
        <p:txBody>
          <a:bodyPr/>
          <a:lstStyle/>
          <a:p>
            <a:r>
              <a:rPr lang="es-ES"/>
              <a:t>Proprietary Information - Confidential</a:t>
            </a:r>
          </a:p>
        </p:txBody>
      </p:sp>
      <p:sp>
        <p:nvSpPr>
          <p:cNvPr id="3" name="Marcador de número de diapositiva 2">
            <a:extLst>
              <a:ext uri="{FF2B5EF4-FFF2-40B4-BE49-F238E27FC236}">
                <a16:creationId xmlns:a16="http://schemas.microsoft.com/office/drawing/2014/main" id="{6E4BA407-B3C0-E4F3-09B6-F2FB21CB6970}"/>
              </a:ext>
            </a:extLst>
          </p:cNvPr>
          <p:cNvSpPr>
            <a:spLocks noGrp="1"/>
          </p:cNvSpPr>
          <p:nvPr>
            <p:ph type="sldNum" sz="quarter" idx="12"/>
          </p:nvPr>
        </p:nvSpPr>
        <p:spPr/>
        <p:txBody>
          <a:bodyPr/>
          <a:lstStyle/>
          <a:p>
            <a:fld id="{FF2CED2D-DE01-CB40-AEF5-C9DD7CD06225}" type="slidenum">
              <a:rPr lang="es-ES" smtClean="0"/>
              <a:t>6</a:t>
            </a:fld>
            <a:endParaRPr lang="es-ES"/>
          </a:p>
        </p:txBody>
      </p:sp>
      <p:sp>
        <p:nvSpPr>
          <p:cNvPr id="4" name="Marcador de texto 3">
            <a:extLst>
              <a:ext uri="{FF2B5EF4-FFF2-40B4-BE49-F238E27FC236}">
                <a16:creationId xmlns:a16="http://schemas.microsoft.com/office/drawing/2014/main" id="{78A7D6B9-91D4-F3F5-9265-9E708494D1B9}"/>
              </a:ext>
            </a:extLst>
          </p:cNvPr>
          <p:cNvSpPr>
            <a:spLocks noGrp="1"/>
          </p:cNvSpPr>
          <p:nvPr>
            <p:ph type="body" sz="quarter" idx="25"/>
          </p:nvPr>
        </p:nvSpPr>
        <p:spPr/>
        <p:txBody>
          <a:bodyPr/>
          <a:lstStyle/>
          <a:p>
            <a:r>
              <a:rPr lang="es-ES" dirty="0"/>
              <a:t>El Reto de los Datos </a:t>
            </a:r>
            <a:endParaRPr lang="en-GB" dirty="0"/>
          </a:p>
        </p:txBody>
      </p:sp>
      <p:sp>
        <p:nvSpPr>
          <p:cNvPr id="12" name="Rectángulo redondeado 11"/>
          <p:cNvSpPr/>
          <p:nvPr/>
        </p:nvSpPr>
        <p:spPr>
          <a:xfrm>
            <a:off x="608646" y="1221409"/>
            <a:ext cx="4947135" cy="2166049"/>
          </a:xfrm>
          <a:prstGeom prst="roundRect">
            <a:avLst/>
          </a:prstGeom>
          <a:ln w="57150"/>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a:p>
            <a:pPr algn="ctr"/>
            <a:endParaRPr lang="es-ES" dirty="0"/>
          </a:p>
        </p:txBody>
      </p:sp>
      <p:sp>
        <p:nvSpPr>
          <p:cNvPr id="13" name="CuadroTexto 12"/>
          <p:cNvSpPr txBox="1"/>
          <p:nvPr/>
        </p:nvSpPr>
        <p:spPr>
          <a:xfrm flipH="1">
            <a:off x="1878197" y="1751607"/>
            <a:ext cx="3512835" cy="1415772"/>
          </a:xfrm>
          <a:prstGeom prst="rect">
            <a:avLst/>
          </a:prstGeom>
          <a:noFill/>
        </p:spPr>
        <p:txBody>
          <a:bodyPr wrap="square" rtlCol="0">
            <a:spAutoFit/>
          </a:bodyPr>
          <a:lstStyle/>
          <a:p>
            <a:endParaRPr lang="es-ES" b="1" dirty="0">
              <a:solidFill>
                <a:schemeClr val="accent6">
                  <a:lumMod val="50000"/>
                </a:schemeClr>
              </a:solidFill>
            </a:endParaRPr>
          </a:p>
          <a:p>
            <a:pPr algn="just"/>
            <a:r>
              <a:rPr lang="es-ES" sz="1600" dirty="0"/>
              <a:t>Crecimiento limitado debido a la complejidad del proceso.</a:t>
            </a:r>
          </a:p>
          <a:p>
            <a:pPr algn="just"/>
            <a:endParaRPr lang="es-ES" b="1" dirty="0">
              <a:solidFill>
                <a:schemeClr val="accent6">
                  <a:lumMod val="50000"/>
                </a:schemeClr>
              </a:solidFill>
            </a:endParaRPr>
          </a:p>
          <a:p>
            <a:pPr algn="just"/>
            <a:r>
              <a:rPr lang="es-ES" sz="1600" dirty="0"/>
              <a:t>Inicio:108 </a:t>
            </a:r>
            <a:r>
              <a:rPr lang="es-ES" sz="1600" dirty="0">
                <a:sym typeface="Wingdings" panose="05000000000000000000" pitchFamily="2" charset="2"/>
              </a:rPr>
              <a:t> Actualidad: 281 datos</a:t>
            </a:r>
            <a:r>
              <a:rPr lang="es-ES" dirty="0">
                <a:sym typeface="Wingdings" panose="05000000000000000000" pitchFamily="2" charset="2"/>
              </a:rPr>
              <a:t>.</a:t>
            </a:r>
            <a:endParaRPr lang="es-ES" dirty="0"/>
          </a:p>
        </p:txBody>
      </p:sp>
      <p:sp>
        <p:nvSpPr>
          <p:cNvPr id="14" name="Rectángulo 13"/>
          <p:cNvSpPr/>
          <p:nvPr/>
        </p:nvSpPr>
        <p:spPr>
          <a:xfrm>
            <a:off x="1878197" y="1379616"/>
            <a:ext cx="2852063" cy="461665"/>
          </a:xfrm>
          <a:prstGeom prst="rect">
            <a:avLst/>
          </a:prstGeom>
        </p:spPr>
        <p:txBody>
          <a:bodyPr wrap="none">
            <a:spAutoFit/>
          </a:bodyPr>
          <a:lstStyle/>
          <a:p>
            <a:r>
              <a:rPr lang="es-ES" sz="2400" b="1" dirty="0">
                <a:solidFill>
                  <a:srgbClr val="00B050"/>
                </a:solidFill>
              </a:rPr>
              <a:t>Evolución </a:t>
            </a:r>
            <a:r>
              <a:rPr lang="es-ES" sz="2400" b="1" dirty="0" err="1">
                <a:solidFill>
                  <a:srgbClr val="00B050"/>
                </a:solidFill>
              </a:rPr>
              <a:t>Dataset</a:t>
            </a:r>
            <a:endParaRPr lang="es-ES" sz="2400" b="1" dirty="0">
              <a:solidFill>
                <a:srgbClr val="00B050"/>
              </a:solidFill>
            </a:endParaRPr>
          </a:p>
        </p:txBody>
      </p:sp>
      <p:sp>
        <p:nvSpPr>
          <p:cNvPr id="15" name="Rectángulo redondeado 14"/>
          <p:cNvSpPr/>
          <p:nvPr/>
        </p:nvSpPr>
        <p:spPr>
          <a:xfrm>
            <a:off x="6377530" y="1170340"/>
            <a:ext cx="4947135" cy="2166049"/>
          </a:xfrm>
          <a:prstGeom prst="roundRect">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solidFill>
                <a:srgbClr val="FF0000"/>
              </a:solidFill>
            </a:endParaRPr>
          </a:p>
          <a:p>
            <a:pPr algn="ctr"/>
            <a:endParaRPr lang="es-ES" dirty="0">
              <a:solidFill>
                <a:srgbClr val="FF0000"/>
              </a:solidFill>
            </a:endParaRPr>
          </a:p>
        </p:txBody>
      </p:sp>
      <p:sp>
        <p:nvSpPr>
          <p:cNvPr id="16" name="Rectángulo redondeado 15"/>
          <p:cNvSpPr/>
          <p:nvPr/>
        </p:nvSpPr>
        <p:spPr>
          <a:xfrm>
            <a:off x="425982" y="3751299"/>
            <a:ext cx="5348571" cy="2229164"/>
          </a:xfrm>
          <a:prstGeom prst="roundRect">
            <a:avLst/>
          </a:prstGeom>
          <a:ln w="57150">
            <a:solidFill>
              <a:srgbClr val="FFC000"/>
            </a:solidFill>
          </a:ln>
        </p:spPr>
        <p:style>
          <a:lnRef idx="2">
            <a:schemeClr val="accent6"/>
          </a:lnRef>
          <a:fillRef idx="1">
            <a:schemeClr val="lt1"/>
          </a:fillRef>
          <a:effectRef idx="0">
            <a:schemeClr val="accent6"/>
          </a:effectRef>
          <a:fontRef idx="minor">
            <a:schemeClr val="dk1"/>
          </a:fontRef>
        </p:style>
        <p:txBody>
          <a:bodyPr rtlCol="0" anchor="ctr"/>
          <a:lstStyle/>
          <a:p>
            <a:pPr algn="just"/>
            <a:endParaRPr lang="es-ES" sz="1600" dirty="0"/>
          </a:p>
        </p:txBody>
      </p:sp>
      <p:sp>
        <p:nvSpPr>
          <p:cNvPr id="17" name="Rectángulo redondeado 16"/>
          <p:cNvSpPr/>
          <p:nvPr/>
        </p:nvSpPr>
        <p:spPr>
          <a:xfrm>
            <a:off x="6519646" y="3814414"/>
            <a:ext cx="4947135" cy="2166049"/>
          </a:xfrm>
          <a:prstGeom prst="roundRect">
            <a:avLst/>
          </a:prstGeom>
          <a:ln w="57150">
            <a:solidFill>
              <a:srgbClr val="0070C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ES" dirty="0"/>
          </a:p>
          <a:p>
            <a:pPr algn="ctr"/>
            <a:endParaRPr lang="es-ES" dirty="0"/>
          </a:p>
        </p:txBody>
      </p:sp>
      <p:sp>
        <p:nvSpPr>
          <p:cNvPr id="19" name="Rectángulo 18"/>
          <p:cNvSpPr/>
          <p:nvPr/>
        </p:nvSpPr>
        <p:spPr>
          <a:xfrm>
            <a:off x="7856527" y="1368640"/>
            <a:ext cx="3105337" cy="461665"/>
          </a:xfrm>
          <a:prstGeom prst="rect">
            <a:avLst/>
          </a:prstGeom>
        </p:spPr>
        <p:txBody>
          <a:bodyPr wrap="none">
            <a:spAutoFit/>
          </a:bodyPr>
          <a:lstStyle/>
          <a:p>
            <a:r>
              <a:rPr lang="es-ES" sz="2400" b="1" dirty="0">
                <a:solidFill>
                  <a:srgbClr val="FF0000"/>
                </a:solidFill>
              </a:rPr>
              <a:t>Limitación Principal</a:t>
            </a:r>
          </a:p>
        </p:txBody>
      </p:sp>
      <p:sp>
        <p:nvSpPr>
          <p:cNvPr id="20" name="CuadroTexto 19"/>
          <p:cNvSpPr txBox="1"/>
          <p:nvPr/>
        </p:nvSpPr>
        <p:spPr>
          <a:xfrm>
            <a:off x="7856527" y="1908506"/>
            <a:ext cx="3461946" cy="1077218"/>
          </a:xfrm>
          <a:prstGeom prst="rect">
            <a:avLst/>
          </a:prstGeom>
          <a:noFill/>
        </p:spPr>
        <p:txBody>
          <a:bodyPr wrap="square" rtlCol="0">
            <a:spAutoFit/>
          </a:bodyPr>
          <a:lstStyle/>
          <a:p>
            <a:pPr algn="just"/>
            <a:r>
              <a:rPr lang="es-ES" sz="1600" dirty="0"/>
              <a:t>La extracción de datos es  </a:t>
            </a:r>
            <a:r>
              <a:rPr lang="es-ES" sz="1600" b="1" dirty="0"/>
              <a:t>manual y destructiva</a:t>
            </a:r>
            <a:r>
              <a:rPr lang="es-ES" sz="1600" dirty="0"/>
              <a:t>. Esto crea un cuello de botella físico que no puede resolverse solo con software.</a:t>
            </a:r>
          </a:p>
        </p:txBody>
      </p:sp>
      <p:sp>
        <p:nvSpPr>
          <p:cNvPr id="21" name="Rectángulo 20"/>
          <p:cNvSpPr/>
          <p:nvPr/>
        </p:nvSpPr>
        <p:spPr>
          <a:xfrm>
            <a:off x="1146418" y="3917656"/>
            <a:ext cx="4578497" cy="430887"/>
          </a:xfrm>
          <a:prstGeom prst="rect">
            <a:avLst/>
          </a:prstGeom>
        </p:spPr>
        <p:txBody>
          <a:bodyPr wrap="none">
            <a:spAutoFit/>
          </a:bodyPr>
          <a:lstStyle/>
          <a:p>
            <a:r>
              <a:rPr lang="es-ES" sz="2200" b="1" dirty="0">
                <a:solidFill>
                  <a:srgbClr val="FFC000"/>
                </a:solidFill>
                <a:latin typeface="Inter"/>
              </a:rPr>
              <a:t>El Problema de "Casos Difíciles"</a:t>
            </a:r>
            <a:endParaRPr lang="es-ES" sz="2200" b="1" i="0" dirty="0">
              <a:solidFill>
                <a:srgbClr val="FFC000"/>
              </a:solidFill>
              <a:effectLst/>
              <a:latin typeface="Inter"/>
            </a:endParaRPr>
          </a:p>
        </p:txBody>
      </p:sp>
      <p:sp>
        <p:nvSpPr>
          <p:cNvPr id="22" name="CuadroTexto 21"/>
          <p:cNvSpPr txBox="1"/>
          <p:nvPr/>
        </p:nvSpPr>
        <p:spPr>
          <a:xfrm>
            <a:off x="1146418" y="4414080"/>
            <a:ext cx="4427914" cy="1354217"/>
          </a:xfrm>
          <a:prstGeom prst="rect">
            <a:avLst/>
          </a:prstGeom>
          <a:noFill/>
        </p:spPr>
        <p:txBody>
          <a:bodyPr wrap="square" rtlCol="0">
            <a:spAutoFit/>
          </a:bodyPr>
          <a:lstStyle/>
          <a:p>
            <a:pPr algn="just"/>
            <a:r>
              <a:rPr lang="es-ES" sz="1600" dirty="0"/>
              <a:t>Se requiere parametrización manual para generar fallos controlados ("malos por poco").</a:t>
            </a:r>
            <a:br>
              <a:rPr lang="es-ES" sz="1600" dirty="0"/>
            </a:br>
            <a:r>
              <a:rPr lang="es-ES" sz="1600" i="1" dirty="0"/>
              <a:t>Objetivo:</a:t>
            </a:r>
            <a:r>
              <a:rPr lang="es-ES" sz="1600" dirty="0"/>
              <a:t> Afinar el umbral de decisión del modelo en la frontera de clasificación.</a:t>
            </a:r>
          </a:p>
          <a:p>
            <a:endParaRPr lang="es-ES" dirty="0"/>
          </a:p>
        </p:txBody>
      </p:sp>
      <p:sp>
        <p:nvSpPr>
          <p:cNvPr id="23" name="Rectángulo 22"/>
          <p:cNvSpPr/>
          <p:nvPr/>
        </p:nvSpPr>
        <p:spPr>
          <a:xfrm>
            <a:off x="8282174" y="4029811"/>
            <a:ext cx="2610651" cy="461665"/>
          </a:xfrm>
          <a:prstGeom prst="rect">
            <a:avLst/>
          </a:prstGeom>
        </p:spPr>
        <p:txBody>
          <a:bodyPr wrap="none">
            <a:spAutoFit/>
          </a:bodyPr>
          <a:lstStyle/>
          <a:p>
            <a:r>
              <a:rPr lang="es-ES" sz="2400" b="1" dirty="0">
                <a:solidFill>
                  <a:srgbClr val="0070C0"/>
                </a:solidFill>
                <a:latin typeface="Inter"/>
              </a:rPr>
              <a:t>Validación Lenta</a:t>
            </a:r>
            <a:endParaRPr lang="es-ES" sz="2400" b="1" i="0" dirty="0">
              <a:solidFill>
                <a:srgbClr val="0070C0"/>
              </a:solidFill>
              <a:effectLst/>
              <a:latin typeface="Inter"/>
            </a:endParaRPr>
          </a:p>
        </p:txBody>
      </p:sp>
      <p:sp>
        <p:nvSpPr>
          <p:cNvPr id="24" name="CuadroTexto 23"/>
          <p:cNvSpPr txBox="1"/>
          <p:nvPr/>
        </p:nvSpPr>
        <p:spPr>
          <a:xfrm>
            <a:off x="7367255" y="4552580"/>
            <a:ext cx="4099526" cy="1077218"/>
          </a:xfrm>
          <a:prstGeom prst="rect">
            <a:avLst/>
          </a:prstGeom>
          <a:noFill/>
        </p:spPr>
        <p:txBody>
          <a:bodyPr wrap="square" rtlCol="0">
            <a:spAutoFit/>
          </a:bodyPr>
          <a:lstStyle/>
          <a:p>
            <a:pPr algn="just"/>
            <a:r>
              <a:rPr lang="es-ES" sz="1600" dirty="0"/>
              <a:t>La dependencia de ensayos destructivos (ej. </a:t>
            </a:r>
            <a:r>
              <a:rPr lang="es-ES" sz="1600" i="1" dirty="0"/>
              <a:t>desbotonado</a:t>
            </a:r>
            <a:r>
              <a:rPr lang="es-ES" sz="1600" dirty="0"/>
              <a:t>) impide la automatización completa de la captura y validación de nuevas muestras.</a:t>
            </a:r>
          </a:p>
        </p:txBody>
      </p:sp>
      <p:pic>
        <p:nvPicPr>
          <p:cNvPr id="25" name="Imagen 24"/>
          <p:cNvPicPr>
            <a:picLocks noChangeAspect="1"/>
          </p:cNvPicPr>
          <p:nvPr/>
        </p:nvPicPr>
        <p:blipFill>
          <a:blip r:embed="rId2"/>
          <a:stretch>
            <a:fillRect/>
          </a:stretch>
        </p:blipFill>
        <p:spPr>
          <a:xfrm>
            <a:off x="812535" y="1675383"/>
            <a:ext cx="1091823" cy="839412"/>
          </a:xfrm>
          <a:prstGeom prst="rect">
            <a:avLst/>
          </a:prstGeom>
        </p:spPr>
      </p:pic>
      <p:pic>
        <p:nvPicPr>
          <p:cNvPr id="26" name="Imagen 25"/>
          <p:cNvPicPr>
            <a:picLocks noChangeAspect="1"/>
          </p:cNvPicPr>
          <p:nvPr/>
        </p:nvPicPr>
        <p:blipFill>
          <a:blip r:embed="rId3"/>
          <a:stretch>
            <a:fillRect/>
          </a:stretch>
        </p:blipFill>
        <p:spPr>
          <a:xfrm>
            <a:off x="6574201" y="1429156"/>
            <a:ext cx="1220525" cy="1142342"/>
          </a:xfrm>
          <a:prstGeom prst="rect">
            <a:avLst/>
          </a:prstGeom>
        </p:spPr>
      </p:pic>
      <p:pic>
        <p:nvPicPr>
          <p:cNvPr id="27" name="Imagen 26"/>
          <p:cNvPicPr>
            <a:picLocks noChangeAspect="1"/>
          </p:cNvPicPr>
          <p:nvPr/>
        </p:nvPicPr>
        <p:blipFill>
          <a:blip r:embed="rId4"/>
          <a:stretch>
            <a:fillRect/>
          </a:stretch>
        </p:blipFill>
        <p:spPr>
          <a:xfrm>
            <a:off x="6726893" y="4051401"/>
            <a:ext cx="602941" cy="972242"/>
          </a:xfrm>
          <a:prstGeom prst="rect">
            <a:avLst/>
          </a:prstGeom>
        </p:spPr>
      </p:pic>
      <p:pic>
        <p:nvPicPr>
          <p:cNvPr id="28" name="Imagen 27"/>
          <p:cNvPicPr>
            <a:picLocks noChangeAspect="1"/>
          </p:cNvPicPr>
          <p:nvPr/>
        </p:nvPicPr>
        <p:blipFill>
          <a:blip r:embed="rId5"/>
          <a:stretch>
            <a:fillRect/>
          </a:stretch>
        </p:blipFill>
        <p:spPr>
          <a:xfrm>
            <a:off x="555307" y="4051401"/>
            <a:ext cx="591111" cy="539711"/>
          </a:xfrm>
          <a:prstGeom prst="rect">
            <a:avLst/>
          </a:prstGeom>
        </p:spPr>
      </p:pic>
    </p:spTree>
    <p:extLst>
      <p:ext uri="{BB962C8B-B14F-4D97-AF65-F5344CB8AC3E}">
        <p14:creationId xmlns:p14="http://schemas.microsoft.com/office/powerpoint/2010/main" val="1051930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ie de página 2">
            <a:extLst>
              <a:ext uri="{FF2B5EF4-FFF2-40B4-BE49-F238E27FC236}">
                <a16:creationId xmlns:a16="http://schemas.microsoft.com/office/drawing/2014/main" id="{B6A841C5-2743-3CB4-894A-F9DED02DC663}"/>
              </a:ext>
            </a:extLst>
          </p:cNvPr>
          <p:cNvSpPr>
            <a:spLocks noGrp="1"/>
          </p:cNvSpPr>
          <p:nvPr>
            <p:ph type="ftr" sz="quarter" idx="11"/>
          </p:nvPr>
        </p:nvSpPr>
        <p:spPr/>
        <p:txBody>
          <a:bodyPr/>
          <a:lstStyle/>
          <a:p>
            <a:r>
              <a:rPr lang="es-ES"/>
              <a:t>Proprietary Information - Confidential</a:t>
            </a:r>
          </a:p>
        </p:txBody>
      </p:sp>
      <p:sp>
        <p:nvSpPr>
          <p:cNvPr id="4" name="Marcador de número de diapositiva 3">
            <a:extLst>
              <a:ext uri="{FF2B5EF4-FFF2-40B4-BE49-F238E27FC236}">
                <a16:creationId xmlns:a16="http://schemas.microsoft.com/office/drawing/2014/main" id="{FC769FFC-E009-B855-22AC-FE03194B476F}"/>
              </a:ext>
            </a:extLst>
          </p:cNvPr>
          <p:cNvSpPr>
            <a:spLocks noGrp="1"/>
          </p:cNvSpPr>
          <p:nvPr>
            <p:ph type="sldNum" sz="quarter" idx="12"/>
          </p:nvPr>
        </p:nvSpPr>
        <p:spPr/>
        <p:txBody>
          <a:bodyPr/>
          <a:lstStyle/>
          <a:p>
            <a:fld id="{FF2CED2D-DE01-CB40-AEF5-C9DD7CD06225}" type="slidenum">
              <a:rPr lang="es-ES" smtClean="0"/>
              <a:t>7</a:t>
            </a:fld>
            <a:endParaRPr lang="es-ES"/>
          </a:p>
        </p:txBody>
      </p:sp>
      <p:sp>
        <p:nvSpPr>
          <p:cNvPr id="5" name="Marcador de texto 4">
            <a:extLst>
              <a:ext uri="{FF2B5EF4-FFF2-40B4-BE49-F238E27FC236}">
                <a16:creationId xmlns:a16="http://schemas.microsoft.com/office/drawing/2014/main" id="{29324BAE-8B37-BCB2-94B0-FCEBB26CF0D2}"/>
              </a:ext>
            </a:extLst>
          </p:cNvPr>
          <p:cNvSpPr>
            <a:spLocks noGrp="1"/>
          </p:cNvSpPr>
          <p:nvPr>
            <p:ph type="body" sz="quarter" idx="14"/>
          </p:nvPr>
        </p:nvSpPr>
        <p:spPr/>
        <p:txBody>
          <a:bodyPr/>
          <a:lstStyle/>
          <a:p>
            <a:r>
              <a:rPr lang="es-ES" dirty="0"/>
              <a:t>Desafíos del Modelo y Hardware</a:t>
            </a:r>
            <a:endParaRPr lang="en-GB" dirty="0"/>
          </a:p>
        </p:txBody>
      </p:sp>
      <p:sp>
        <p:nvSpPr>
          <p:cNvPr id="9" name="Rectángulo 8"/>
          <p:cNvSpPr/>
          <p:nvPr/>
        </p:nvSpPr>
        <p:spPr>
          <a:xfrm>
            <a:off x="344112" y="1604205"/>
            <a:ext cx="3519388" cy="4427621"/>
          </a:xfrm>
          <a:prstGeom prst="rect">
            <a:avLst/>
          </a:prstGeom>
          <a:solidFill>
            <a:schemeClr val="accent1">
              <a:lumMod val="20000"/>
              <a:lumOff val="80000"/>
            </a:schemeClr>
          </a:solidFill>
          <a:ln w="57150">
            <a:solidFill>
              <a:schemeClr val="accent1"/>
            </a:solid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s-ES" dirty="0"/>
          </a:p>
        </p:txBody>
      </p:sp>
      <p:sp>
        <p:nvSpPr>
          <p:cNvPr id="10" name="Rectángulo 9"/>
          <p:cNvSpPr/>
          <p:nvPr/>
        </p:nvSpPr>
        <p:spPr>
          <a:xfrm>
            <a:off x="4307181" y="1604204"/>
            <a:ext cx="3519388" cy="4427621"/>
          </a:xfrm>
          <a:prstGeom prst="rect">
            <a:avLst/>
          </a:prstGeom>
          <a:solidFill>
            <a:schemeClr val="accent6">
              <a:lumMod val="20000"/>
              <a:lumOff val="80000"/>
            </a:schemeClr>
          </a:solid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2000" b="1" dirty="0">
              <a:solidFill>
                <a:schemeClr val="tx1"/>
              </a:solidFill>
            </a:endParaRPr>
          </a:p>
        </p:txBody>
      </p:sp>
      <p:sp>
        <p:nvSpPr>
          <p:cNvPr id="11" name="Rectángulo 10"/>
          <p:cNvSpPr/>
          <p:nvPr/>
        </p:nvSpPr>
        <p:spPr>
          <a:xfrm>
            <a:off x="8270250" y="1604207"/>
            <a:ext cx="3519388" cy="4427621"/>
          </a:xfrm>
          <a:prstGeom prst="rect">
            <a:avLst/>
          </a:prstGeom>
          <a:solidFill>
            <a:schemeClr val="bg2">
              <a:lumMod val="95000"/>
            </a:schemeClr>
          </a:solid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p:cNvSpPr txBox="1"/>
          <p:nvPr/>
        </p:nvSpPr>
        <p:spPr>
          <a:xfrm>
            <a:off x="555307" y="3249438"/>
            <a:ext cx="2941872" cy="2308324"/>
          </a:xfrm>
          <a:prstGeom prst="rect">
            <a:avLst/>
          </a:prstGeom>
          <a:noFill/>
        </p:spPr>
        <p:txBody>
          <a:bodyPr wrap="square" rtlCol="0">
            <a:spAutoFit/>
          </a:bodyPr>
          <a:lstStyle/>
          <a:p>
            <a:pPr algn="ctr"/>
            <a:r>
              <a:rPr lang="es-ES" dirty="0"/>
              <a:t>El sistema no puede dejar pasar defectos. El gran reto es mantener este </a:t>
            </a:r>
            <a:r>
              <a:rPr lang="es-ES" b="1" dirty="0"/>
              <a:t>equilibrio con la precisión</a:t>
            </a:r>
            <a:r>
              <a:rPr lang="es-ES" dirty="0"/>
              <a:t>, especialmente crítico cuando el volumen de datos es bajo.</a:t>
            </a:r>
          </a:p>
          <a:p>
            <a:endParaRPr lang="es-ES" dirty="0"/>
          </a:p>
        </p:txBody>
      </p:sp>
      <p:sp>
        <p:nvSpPr>
          <p:cNvPr id="14" name="CuadroTexto 13"/>
          <p:cNvSpPr txBox="1"/>
          <p:nvPr/>
        </p:nvSpPr>
        <p:spPr>
          <a:xfrm>
            <a:off x="1062393" y="2623258"/>
            <a:ext cx="1985607" cy="400110"/>
          </a:xfrm>
          <a:prstGeom prst="rect">
            <a:avLst/>
          </a:prstGeom>
          <a:noFill/>
        </p:spPr>
        <p:txBody>
          <a:bodyPr wrap="square" rtlCol="0">
            <a:spAutoFit/>
          </a:bodyPr>
          <a:lstStyle/>
          <a:p>
            <a:r>
              <a:rPr lang="es-ES" sz="2000" b="1"/>
              <a:t>ALTO RECALL</a:t>
            </a:r>
            <a:endParaRPr lang="es-ES" sz="2000" b="1" dirty="0"/>
          </a:p>
        </p:txBody>
      </p:sp>
      <p:sp>
        <p:nvSpPr>
          <p:cNvPr id="15" name="CuadroTexto 14"/>
          <p:cNvSpPr txBox="1"/>
          <p:nvPr/>
        </p:nvSpPr>
        <p:spPr>
          <a:xfrm>
            <a:off x="4403219" y="2623258"/>
            <a:ext cx="3455314" cy="400110"/>
          </a:xfrm>
          <a:prstGeom prst="rect">
            <a:avLst/>
          </a:prstGeom>
          <a:noFill/>
        </p:spPr>
        <p:txBody>
          <a:bodyPr wrap="square" rtlCol="0">
            <a:spAutoFit/>
          </a:bodyPr>
          <a:lstStyle/>
          <a:p>
            <a:r>
              <a:rPr lang="es-ES" sz="2000" b="1" dirty="0"/>
              <a:t>Eficiencia Computacional</a:t>
            </a:r>
          </a:p>
        </p:txBody>
      </p:sp>
      <p:sp>
        <p:nvSpPr>
          <p:cNvPr id="16" name="CuadroTexto 15"/>
          <p:cNvSpPr txBox="1"/>
          <p:nvPr/>
        </p:nvSpPr>
        <p:spPr>
          <a:xfrm>
            <a:off x="4515681" y="3325056"/>
            <a:ext cx="3102387" cy="2031325"/>
          </a:xfrm>
          <a:prstGeom prst="rect">
            <a:avLst/>
          </a:prstGeom>
          <a:noFill/>
        </p:spPr>
        <p:txBody>
          <a:bodyPr wrap="square" rtlCol="0">
            <a:spAutoFit/>
          </a:bodyPr>
          <a:lstStyle/>
          <a:p>
            <a:pPr algn="ctr"/>
            <a:r>
              <a:rPr lang="es-ES" dirty="0"/>
              <a:t>Optimización obligatoria para evitar tiempos de cómputo elevados. Se requiere un balance preciso entre la </a:t>
            </a:r>
            <a:r>
              <a:rPr lang="es-ES" b="1" dirty="0"/>
              <a:t>complejidad del modelo</a:t>
            </a:r>
            <a:r>
              <a:rPr lang="es-ES" dirty="0"/>
              <a:t> y el hardware disponible.</a:t>
            </a:r>
          </a:p>
        </p:txBody>
      </p:sp>
      <p:sp>
        <p:nvSpPr>
          <p:cNvPr id="17" name="CuadroTexto 16"/>
          <p:cNvSpPr txBox="1"/>
          <p:nvPr/>
        </p:nvSpPr>
        <p:spPr>
          <a:xfrm>
            <a:off x="8479459" y="3310301"/>
            <a:ext cx="3100969" cy="2031325"/>
          </a:xfrm>
          <a:prstGeom prst="rect">
            <a:avLst/>
          </a:prstGeom>
          <a:noFill/>
        </p:spPr>
        <p:txBody>
          <a:bodyPr wrap="square" rtlCol="0">
            <a:spAutoFit/>
          </a:bodyPr>
          <a:lstStyle/>
          <a:p>
            <a:pPr algn="ctr"/>
            <a:r>
              <a:rPr lang="es-ES" dirty="0"/>
              <a:t>Una lucha constante contra el </a:t>
            </a:r>
            <a:r>
              <a:rPr lang="es-ES" b="1" dirty="0" err="1"/>
              <a:t>overfitting</a:t>
            </a:r>
            <a:r>
              <a:rPr lang="es-ES" dirty="0"/>
              <a:t>. El tamaño reducido del </a:t>
            </a:r>
            <a:r>
              <a:rPr lang="es-ES" dirty="0" err="1"/>
              <a:t>dataset</a:t>
            </a:r>
            <a:r>
              <a:rPr lang="es-ES" dirty="0"/>
              <a:t> obliga a implementar técnicas robustas para asegurar que el modelo aprenda patrones reales.</a:t>
            </a:r>
          </a:p>
        </p:txBody>
      </p:sp>
      <p:sp>
        <p:nvSpPr>
          <p:cNvPr id="18" name="CuadroTexto 17"/>
          <p:cNvSpPr txBox="1"/>
          <p:nvPr/>
        </p:nvSpPr>
        <p:spPr>
          <a:xfrm>
            <a:off x="9208168" y="2604476"/>
            <a:ext cx="2775284" cy="677108"/>
          </a:xfrm>
          <a:prstGeom prst="rect">
            <a:avLst/>
          </a:prstGeom>
          <a:noFill/>
        </p:spPr>
        <p:txBody>
          <a:bodyPr wrap="square" rtlCol="0">
            <a:spAutoFit/>
          </a:bodyPr>
          <a:lstStyle/>
          <a:p>
            <a:r>
              <a:rPr lang="es-ES" sz="2000" b="1" dirty="0"/>
              <a:t>Generalización</a:t>
            </a:r>
          </a:p>
          <a:p>
            <a:endParaRPr lang="es-ES" dirty="0"/>
          </a:p>
        </p:txBody>
      </p:sp>
      <p:pic>
        <p:nvPicPr>
          <p:cNvPr id="20" name="Imagen 19"/>
          <p:cNvPicPr>
            <a:picLocks noChangeAspect="1"/>
          </p:cNvPicPr>
          <p:nvPr/>
        </p:nvPicPr>
        <p:blipFill>
          <a:blip r:embed="rId2"/>
          <a:stretch>
            <a:fillRect/>
          </a:stretch>
        </p:blipFill>
        <p:spPr>
          <a:xfrm>
            <a:off x="5655072" y="1712498"/>
            <a:ext cx="823606" cy="855359"/>
          </a:xfrm>
          <a:prstGeom prst="rect">
            <a:avLst/>
          </a:prstGeom>
        </p:spPr>
      </p:pic>
      <p:pic>
        <p:nvPicPr>
          <p:cNvPr id="21" name="Imagen 20"/>
          <p:cNvPicPr>
            <a:picLocks noChangeAspect="1"/>
          </p:cNvPicPr>
          <p:nvPr/>
        </p:nvPicPr>
        <p:blipFill>
          <a:blip r:embed="rId3"/>
          <a:stretch>
            <a:fillRect/>
          </a:stretch>
        </p:blipFill>
        <p:spPr>
          <a:xfrm>
            <a:off x="1638046" y="1712498"/>
            <a:ext cx="776394" cy="778416"/>
          </a:xfrm>
          <a:prstGeom prst="rect">
            <a:avLst/>
          </a:prstGeom>
        </p:spPr>
      </p:pic>
      <p:pic>
        <p:nvPicPr>
          <p:cNvPr id="22" name="Imagen 21"/>
          <p:cNvPicPr>
            <a:picLocks noChangeAspect="1"/>
          </p:cNvPicPr>
          <p:nvPr/>
        </p:nvPicPr>
        <p:blipFill>
          <a:blip r:embed="rId4"/>
          <a:stretch>
            <a:fillRect/>
          </a:stretch>
        </p:blipFill>
        <p:spPr>
          <a:xfrm>
            <a:off x="9797643" y="1728006"/>
            <a:ext cx="798167" cy="825377"/>
          </a:xfrm>
          <a:prstGeom prst="rect">
            <a:avLst/>
          </a:prstGeom>
        </p:spPr>
      </p:pic>
    </p:spTree>
    <p:extLst>
      <p:ext uri="{BB962C8B-B14F-4D97-AF65-F5344CB8AC3E}">
        <p14:creationId xmlns:p14="http://schemas.microsoft.com/office/powerpoint/2010/main" val="4161026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a:picLocks noChangeAspect="1"/>
          </p:cNvPicPr>
          <p:nvPr/>
        </p:nvPicPr>
        <p:blipFill>
          <a:blip r:embed="rId2"/>
          <a:stretch>
            <a:fillRect/>
          </a:stretch>
        </p:blipFill>
        <p:spPr>
          <a:xfrm>
            <a:off x="6239219" y="0"/>
            <a:ext cx="5924790" cy="6857999"/>
          </a:xfrm>
          <a:prstGeom prst="rect">
            <a:avLst/>
          </a:prstGeom>
          <a:noFill/>
        </p:spPr>
      </p:pic>
      <p:sp>
        <p:nvSpPr>
          <p:cNvPr id="3" name="Marcador de texto 2"/>
          <p:cNvSpPr>
            <a:spLocks noGrp="1"/>
          </p:cNvSpPr>
          <p:nvPr>
            <p:ph type="body" sz="quarter" idx="13"/>
          </p:nvPr>
        </p:nvSpPr>
        <p:spPr>
          <a:xfrm>
            <a:off x="593249" y="2539028"/>
            <a:ext cx="1415902" cy="679210"/>
          </a:xfrm>
        </p:spPr>
        <p:txBody>
          <a:bodyPr anchor="ctr">
            <a:normAutofit/>
          </a:bodyPr>
          <a:lstStyle/>
          <a:p>
            <a:r>
              <a:rPr lang="es-ES" sz="4200"/>
              <a:t>03</a:t>
            </a:r>
          </a:p>
        </p:txBody>
      </p:sp>
      <p:sp>
        <p:nvSpPr>
          <p:cNvPr id="4" name="Marcador de pie de página 3"/>
          <p:cNvSpPr>
            <a:spLocks noGrp="1"/>
          </p:cNvSpPr>
          <p:nvPr>
            <p:ph type="ftr" sz="quarter" idx="11"/>
          </p:nvPr>
        </p:nvSpPr>
        <p:spPr>
          <a:xfrm>
            <a:off x="8605477" y="6356350"/>
            <a:ext cx="2205958" cy="365125"/>
          </a:xfrm>
        </p:spPr>
        <p:txBody>
          <a:bodyPr anchor="ctr">
            <a:normAutofit/>
          </a:bodyPr>
          <a:lstStyle/>
          <a:p>
            <a:pPr>
              <a:spcAft>
                <a:spcPts val="600"/>
              </a:spcAft>
            </a:pPr>
            <a:r>
              <a:rPr lang="es-ES"/>
              <a:t>Proprietary Information - Confidential</a:t>
            </a:r>
          </a:p>
        </p:txBody>
      </p:sp>
      <p:sp>
        <p:nvSpPr>
          <p:cNvPr id="5" name="Marcador de número de diapositiva 4"/>
          <p:cNvSpPr>
            <a:spLocks noGrp="1"/>
          </p:cNvSpPr>
          <p:nvPr>
            <p:ph type="sldNum" sz="quarter" idx="12"/>
          </p:nvPr>
        </p:nvSpPr>
        <p:spPr>
          <a:xfrm>
            <a:off x="10834487" y="6356350"/>
            <a:ext cx="980356" cy="365125"/>
          </a:xfrm>
        </p:spPr>
        <p:txBody>
          <a:bodyPr anchor="ctr">
            <a:normAutofit/>
          </a:bodyPr>
          <a:lstStyle/>
          <a:p>
            <a:pPr>
              <a:spcAft>
                <a:spcPts val="600"/>
              </a:spcAft>
            </a:pPr>
            <a:fld id="{FF2CED2D-DE01-CB40-AEF5-C9DD7CD06225}" type="slidenum">
              <a:rPr lang="es-ES" smtClean="0"/>
              <a:pPr>
                <a:spcAft>
                  <a:spcPts val="600"/>
                </a:spcAft>
              </a:pPr>
              <a:t>8</a:t>
            </a:fld>
            <a:endParaRPr lang="es-ES"/>
          </a:p>
        </p:txBody>
      </p:sp>
      <p:sp>
        <p:nvSpPr>
          <p:cNvPr id="6" name="Marcador de texto 5"/>
          <p:cNvSpPr>
            <a:spLocks noGrp="1"/>
          </p:cNvSpPr>
          <p:nvPr>
            <p:ph type="body" sz="quarter" idx="19"/>
          </p:nvPr>
        </p:nvSpPr>
        <p:spPr>
          <a:xfrm>
            <a:off x="609507" y="3355192"/>
            <a:ext cx="3827463" cy="2130425"/>
          </a:xfrm>
        </p:spPr>
        <p:txBody>
          <a:bodyPr anchor="t">
            <a:normAutofit/>
          </a:bodyPr>
          <a:lstStyle/>
          <a:p>
            <a:r>
              <a:rPr lang="en-GB" dirty="0"/>
              <a:t>SOLUCIONES IMPLEMENTADAS</a:t>
            </a:r>
          </a:p>
          <a:p>
            <a:endParaRPr lang="es-ES" dirty="0"/>
          </a:p>
        </p:txBody>
      </p:sp>
    </p:spTree>
    <p:extLst>
      <p:ext uri="{BB962C8B-B14F-4D97-AF65-F5344CB8AC3E}">
        <p14:creationId xmlns:p14="http://schemas.microsoft.com/office/powerpoint/2010/main" val="2881424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ie de página 2">
            <a:extLst>
              <a:ext uri="{FF2B5EF4-FFF2-40B4-BE49-F238E27FC236}">
                <a16:creationId xmlns:a16="http://schemas.microsoft.com/office/drawing/2014/main" id="{35815A7C-0EC7-6043-056A-E37126868824}"/>
              </a:ext>
            </a:extLst>
          </p:cNvPr>
          <p:cNvSpPr>
            <a:spLocks noGrp="1"/>
          </p:cNvSpPr>
          <p:nvPr>
            <p:ph type="ftr" sz="quarter" idx="11"/>
          </p:nvPr>
        </p:nvSpPr>
        <p:spPr/>
        <p:txBody>
          <a:bodyPr/>
          <a:lstStyle/>
          <a:p>
            <a:r>
              <a:rPr lang="es-ES"/>
              <a:t>Proprietary Information - Confidential</a:t>
            </a:r>
          </a:p>
        </p:txBody>
      </p:sp>
      <p:sp>
        <p:nvSpPr>
          <p:cNvPr id="4" name="Marcador de número de diapositiva 3">
            <a:extLst>
              <a:ext uri="{FF2B5EF4-FFF2-40B4-BE49-F238E27FC236}">
                <a16:creationId xmlns:a16="http://schemas.microsoft.com/office/drawing/2014/main" id="{A5902C8D-37BE-1625-2E83-3175350DD21A}"/>
              </a:ext>
            </a:extLst>
          </p:cNvPr>
          <p:cNvSpPr>
            <a:spLocks noGrp="1"/>
          </p:cNvSpPr>
          <p:nvPr>
            <p:ph type="sldNum" sz="quarter" idx="12"/>
          </p:nvPr>
        </p:nvSpPr>
        <p:spPr/>
        <p:txBody>
          <a:bodyPr/>
          <a:lstStyle/>
          <a:p>
            <a:fld id="{FF2CED2D-DE01-CB40-AEF5-C9DD7CD06225}" type="slidenum">
              <a:rPr lang="es-ES" smtClean="0"/>
              <a:t>9</a:t>
            </a:fld>
            <a:endParaRPr lang="es-ES"/>
          </a:p>
        </p:txBody>
      </p:sp>
      <p:sp>
        <p:nvSpPr>
          <p:cNvPr id="7" name="Marcador de texto 6">
            <a:extLst>
              <a:ext uri="{FF2B5EF4-FFF2-40B4-BE49-F238E27FC236}">
                <a16:creationId xmlns:a16="http://schemas.microsoft.com/office/drawing/2014/main" id="{A4DB015C-9D3F-8540-809A-96DB09359612}"/>
              </a:ext>
            </a:extLst>
          </p:cNvPr>
          <p:cNvSpPr>
            <a:spLocks noGrp="1"/>
          </p:cNvSpPr>
          <p:nvPr>
            <p:ph type="body" sz="quarter" idx="28"/>
          </p:nvPr>
        </p:nvSpPr>
        <p:spPr/>
        <p:txBody>
          <a:bodyPr/>
          <a:lstStyle/>
          <a:p>
            <a:r>
              <a:rPr lang="en-GB" dirty="0"/>
              <a:t>ESTRUCTURA Y ADAPTABILIDAD</a:t>
            </a:r>
          </a:p>
        </p:txBody>
      </p:sp>
      <p:sp>
        <p:nvSpPr>
          <p:cNvPr id="9" name="CuadroTexto 8">
            <a:extLst>
              <a:ext uri="{FF2B5EF4-FFF2-40B4-BE49-F238E27FC236}">
                <a16:creationId xmlns:a16="http://schemas.microsoft.com/office/drawing/2014/main" id="{903D10FF-A127-4BC8-C64F-1D991E6ADAD6}"/>
              </a:ext>
            </a:extLst>
          </p:cNvPr>
          <p:cNvSpPr txBox="1"/>
          <p:nvPr/>
        </p:nvSpPr>
        <p:spPr>
          <a:xfrm>
            <a:off x="486612" y="943912"/>
            <a:ext cx="6713620" cy="1754326"/>
          </a:xfrm>
          <a:prstGeom prst="rect">
            <a:avLst/>
          </a:prstGeom>
          <a:noFill/>
        </p:spPr>
        <p:txBody>
          <a:bodyPr wrap="square" rtlCol="0">
            <a:spAutoFit/>
          </a:bodyPr>
          <a:lstStyle/>
          <a:p>
            <a:pPr algn="just"/>
            <a:r>
              <a:rPr lang="es-ES" dirty="0"/>
              <a:t>Entre las distintas mejoras se implemento la modularidad dada por el uso de funciones independientes. Con ello se consiguió mejorar la calidad de comprensión y establecer los pasos a seguir por el modelo de manera mucho más clara y detallada.</a:t>
            </a:r>
          </a:p>
          <a:p>
            <a:endParaRPr lang="es-ES" dirty="0"/>
          </a:p>
          <a:p>
            <a:r>
              <a:rPr lang="es-ES" dirty="0"/>
              <a:t>Se dividió en 3 fases:</a:t>
            </a:r>
          </a:p>
        </p:txBody>
      </p:sp>
      <p:graphicFrame>
        <p:nvGraphicFramePr>
          <p:cNvPr id="11" name="Diagrama 10">
            <a:extLst>
              <a:ext uri="{FF2B5EF4-FFF2-40B4-BE49-F238E27FC236}">
                <a16:creationId xmlns:a16="http://schemas.microsoft.com/office/drawing/2014/main" id="{11B3F1D4-CF9B-BDE0-CCD6-63A153BFC575}"/>
              </a:ext>
            </a:extLst>
          </p:cNvPr>
          <p:cNvGraphicFramePr/>
          <p:nvPr>
            <p:extLst>
              <p:ext uri="{D42A27DB-BD31-4B8C-83A1-F6EECF244321}">
                <p14:modId xmlns:p14="http://schemas.microsoft.com/office/powerpoint/2010/main" val="1559942737"/>
              </p:ext>
            </p:extLst>
          </p:nvPr>
        </p:nvGraphicFramePr>
        <p:xfrm>
          <a:off x="2989896" y="2237874"/>
          <a:ext cx="8367915" cy="42801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CuadroTexto 11">
            <a:extLst>
              <a:ext uri="{FF2B5EF4-FFF2-40B4-BE49-F238E27FC236}">
                <a16:creationId xmlns:a16="http://schemas.microsoft.com/office/drawing/2014/main" id="{88235A3A-88C5-3755-C7C6-C37DE6160916}"/>
              </a:ext>
            </a:extLst>
          </p:cNvPr>
          <p:cNvSpPr txBox="1"/>
          <p:nvPr/>
        </p:nvSpPr>
        <p:spPr>
          <a:xfrm>
            <a:off x="3320717" y="2772442"/>
            <a:ext cx="412292" cy="584775"/>
          </a:xfrm>
          <a:prstGeom prst="rect">
            <a:avLst/>
          </a:prstGeom>
          <a:noFill/>
        </p:spPr>
        <p:txBody>
          <a:bodyPr wrap="none" rtlCol="0">
            <a:spAutoFit/>
          </a:bodyPr>
          <a:lstStyle/>
          <a:p>
            <a:r>
              <a:rPr lang="es-ES" sz="3200" b="1" dirty="0">
                <a:solidFill>
                  <a:schemeClr val="tx2"/>
                </a:solidFill>
              </a:rPr>
              <a:t>1</a:t>
            </a:r>
          </a:p>
        </p:txBody>
      </p:sp>
      <p:sp>
        <p:nvSpPr>
          <p:cNvPr id="15" name="CuadroTexto 14">
            <a:extLst>
              <a:ext uri="{FF2B5EF4-FFF2-40B4-BE49-F238E27FC236}">
                <a16:creationId xmlns:a16="http://schemas.microsoft.com/office/drawing/2014/main" id="{C7924174-FCA5-70A1-2ADB-579E1B47F776}"/>
              </a:ext>
            </a:extLst>
          </p:cNvPr>
          <p:cNvSpPr txBox="1"/>
          <p:nvPr/>
        </p:nvSpPr>
        <p:spPr>
          <a:xfrm>
            <a:off x="3637276" y="4085558"/>
            <a:ext cx="412292" cy="584775"/>
          </a:xfrm>
          <a:prstGeom prst="rect">
            <a:avLst/>
          </a:prstGeom>
          <a:noFill/>
        </p:spPr>
        <p:txBody>
          <a:bodyPr wrap="none" rtlCol="0">
            <a:spAutoFit/>
          </a:bodyPr>
          <a:lstStyle/>
          <a:p>
            <a:r>
              <a:rPr lang="es-ES" sz="3200" b="1" dirty="0">
                <a:solidFill>
                  <a:schemeClr val="tx2"/>
                </a:solidFill>
              </a:rPr>
              <a:t>2</a:t>
            </a:r>
          </a:p>
        </p:txBody>
      </p:sp>
      <p:sp>
        <p:nvSpPr>
          <p:cNvPr id="16" name="CuadroTexto 15">
            <a:extLst>
              <a:ext uri="{FF2B5EF4-FFF2-40B4-BE49-F238E27FC236}">
                <a16:creationId xmlns:a16="http://schemas.microsoft.com/office/drawing/2014/main" id="{D93CDAC0-F1B0-9EA0-F386-975550B0DBE1}"/>
              </a:ext>
            </a:extLst>
          </p:cNvPr>
          <p:cNvSpPr txBox="1"/>
          <p:nvPr/>
        </p:nvSpPr>
        <p:spPr>
          <a:xfrm>
            <a:off x="3320717" y="5317964"/>
            <a:ext cx="441146" cy="646331"/>
          </a:xfrm>
          <a:prstGeom prst="rect">
            <a:avLst/>
          </a:prstGeom>
          <a:noFill/>
        </p:spPr>
        <p:txBody>
          <a:bodyPr wrap="none" rtlCol="0">
            <a:spAutoFit/>
          </a:bodyPr>
          <a:lstStyle/>
          <a:p>
            <a:r>
              <a:rPr lang="es-ES" sz="3600" b="1" dirty="0">
                <a:solidFill>
                  <a:schemeClr val="tx2"/>
                </a:solidFill>
              </a:rPr>
              <a:t>3</a:t>
            </a:r>
          </a:p>
        </p:txBody>
      </p:sp>
    </p:spTree>
    <p:extLst>
      <p:ext uri="{BB962C8B-B14F-4D97-AF65-F5344CB8AC3E}">
        <p14:creationId xmlns:p14="http://schemas.microsoft.com/office/powerpoint/2010/main" val="3056829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B2A34-D29F-7519-73CC-676325478D2B}"/>
            </a:ext>
          </a:extLst>
        </p:cNvPr>
        <p:cNvGrpSpPr/>
        <p:nvPr/>
      </p:nvGrpSpPr>
      <p:grpSpPr>
        <a:xfrm>
          <a:off x="0" y="0"/>
          <a:ext cx="0" cy="0"/>
          <a:chOff x="0" y="0"/>
          <a:chExt cx="0" cy="0"/>
        </a:xfrm>
      </p:grpSpPr>
      <p:sp>
        <p:nvSpPr>
          <p:cNvPr id="3" name="Marcador de pie de página 2">
            <a:extLst>
              <a:ext uri="{FF2B5EF4-FFF2-40B4-BE49-F238E27FC236}">
                <a16:creationId xmlns:a16="http://schemas.microsoft.com/office/drawing/2014/main" id="{7D48E0D1-1326-0EF0-9A11-2003C2EEFB11}"/>
              </a:ext>
            </a:extLst>
          </p:cNvPr>
          <p:cNvSpPr>
            <a:spLocks noGrp="1"/>
          </p:cNvSpPr>
          <p:nvPr>
            <p:ph type="ftr" sz="quarter" idx="11"/>
          </p:nvPr>
        </p:nvSpPr>
        <p:spPr/>
        <p:txBody>
          <a:bodyPr/>
          <a:lstStyle/>
          <a:p>
            <a:r>
              <a:rPr lang="es-ES"/>
              <a:t>Proprietary Information - Confidential</a:t>
            </a:r>
          </a:p>
        </p:txBody>
      </p:sp>
      <p:sp>
        <p:nvSpPr>
          <p:cNvPr id="4" name="Marcador de número de diapositiva 3">
            <a:extLst>
              <a:ext uri="{FF2B5EF4-FFF2-40B4-BE49-F238E27FC236}">
                <a16:creationId xmlns:a16="http://schemas.microsoft.com/office/drawing/2014/main" id="{7677D17D-5249-49BA-A92D-0E8ABBEE412E}"/>
              </a:ext>
            </a:extLst>
          </p:cNvPr>
          <p:cNvSpPr>
            <a:spLocks noGrp="1"/>
          </p:cNvSpPr>
          <p:nvPr>
            <p:ph type="sldNum" sz="quarter" idx="12"/>
          </p:nvPr>
        </p:nvSpPr>
        <p:spPr/>
        <p:txBody>
          <a:bodyPr/>
          <a:lstStyle/>
          <a:p>
            <a:fld id="{FF2CED2D-DE01-CB40-AEF5-C9DD7CD06225}" type="slidenum">
              <a:rPr lang="es-ES" smtClean="0"/>
              <a:t>10</a:t>
            </a:fld>
            <a:endParaRPr lang="es-ES"/>
          </a:p>
        </p:txBody>
      </p:sp>
      <p:sp>
        <p:nvSpPr>
          <p:cNvPr id="7" name="Marcador de texto 6">
            <a:extLst>
              <a:ext uri="{FF2B5EF4-FFF2-40B4-BE49-F238E27FC236}">
                <a16:creationId xmlns:a16="http://schemas.microsoft.com/office/drawing/2014/main" id="{AAFB816A-1F42-7A56-915D-90A629BE92B1}"/>
              </a:ext>
            </a:extLst>
          </p:cNvPr>
          <p:cNvSpPr>
            <a:spLocks noGrp="1"/>
          </p:cNvSpPr>
          <p:nvPr>
            <p:ph type="body" sz="quarter" idx="28"/>
          </p:nvPr>
        </p:nvSpPr>
        <p:spPr/>
        <p:txBody>
          <a:bodyPr/>
          <a:lstStyle/>
          <a:p>
            <a:r>
              <a:rPr lang="en-GB" dirty="0"/>
              <a:t>AUMENTO DE ROBUSTEZ DE LOS MODELOS</a:t>
            </a:r>
          </a:p>
        </p:txBody>
      </p:sp>
      <p:graphicFrame>
        <p:nvGraphicFramePr>
          <p:cNvPr id="10" name="Diagrama 9">
            <a:extLst>
              <a:ext uri="{FF2B5EF4-FFF2-40B4-BE49-F238E27FC236}">
                <a16:creationId xmlns:a16="http://schemas.microsoft.com/office/drawing/2014/main" id="{7B2328D8-A36C-C139-C861-FC1BD01B75F1}"/>
              </a:ext>
            </a:extLst>
          </p:cNvPr>
          <p:cNvGraphicFramePr/>
          <p:nvPr>
            <p:extLst>
              <p:ext uri="{D42A27DB-BD31-4B8C-83A1-F6EECF244321}">
                <p14:modId xmlns:p14="http://schemas.microsoft.com/office/powerpoint/2010/main" val="2399559936"/>
              </p:ext>
            </p:extLst>
          </p:nvPr>
        </p:nvGraphicFramePr>
        <p:xfrm>
          <a:off x="2032000" y="938463"/>
          <a:ext cx="7954211" cy="54178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56882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CA11C-EB17-C3E0-7A08-3F886D8A710B}"/>
            </a:ext>
          </a:extLst>
        </p:cNvPr>
        <p:cNvGrpSpPr/>
        <p:nvPr/>
      </p:nvGrpSpPr>
      <p:grpSpPr>
        <a:xfrm>
          <a:off x="0" y="0"/>
          <a:ext cx="0" cy="0"/>
          <a:chOff x="0" y="0"/>
          <a:chExt cx="0" cy="0"/>
        </a:xfrm>
      </p:grpSpPr>
      <p:sp>
        <p:nvSpPr>
          <p:cNvPr id="3" name="Marcador de pie de página 2">
            <a:extLst>
              <a:ext uri="{FF2B5EF4-FFF2-40B4-BE49-F238E27FC236}">
                <a16:creationId xmlns:a16="http://schemas.microsoft.com/office/drawing/2014/main" id="{851DB46A-5100-41BF-DE7D-F6721139AA31}"/>
              </a:ext>
            </a:extLst>
          </p:cNvPr>
          <p:cNvSpPr>
            <a:spLocks noGrp="1"/>
          </p:cNvSpPr>
          <p:nvPr>
            <p:ph type="ftr" sz="quarter" idx="11"/>
          </p:nvPr>
        </p:nvSpPr>
        <p:spPr/>
        <p:txBody>
          <a:bodyPr/>
          <a:lstStyle/>
          <a:p>
            <a:r>
              <a:rPr lang="es-ES"/>
              <a:t>Proprietary Information - Confidential</a:t>
            </a:r>
          </a:p>
        </p:txBody>
      </p:sp>
      <p:sp>
        <p:nvSpPr>
          <p:cNvPr id="4" name="Marcador de número de diapositiva 3">
            <a:extLst>
              <a:ext uri="{FF2B5EF4-FFF2-40B4-BE49-F238E27FC236}">
                <a16:creationId xmlns:a16="http://schemas.microsoft.com/office/drawing/2014/main" id="{722D67BA-8E50-A827-C19D-52985E9BB238}"/>
              </a:ext>
            </a:extLst>
          </p:cNvPr>
          <p:cNvSpPr>
            <a:spLocks noGrp="1"/>
          </p:cNvSpPr>
          <p:nvPr>
            <p:ph type="sldNum" sz="quarter" idx="12"/>
          </p:nvPr>
        </p:nvSpPr>
        <p:spPr/>
        <p:txBody>
          <a:bodyPr/>
          <a:lstStyle/>
          <a:p>
            <a:fld id="{FF2CED2D-DE01-CB40-AEF5-C9DD7CD06225}" type="slidenum">
              <a:rPr lang="es-ES" smtClean="0"/>
              <a:t>11</a:t>
            </a:fld>
            <a:endParaRPr lang="es-ES"/>
          </a:p>
        </p:txBody>
      </p:sp>
      <p:graphicFrame>
        <p:nvGraphicFramePr>
          <p:cNvPr id="8" name="Diagrama 7">
            <a:extLst>
              <a:ext uri="{FF2B5EF4-FFF2-40B4-BE49-F238E27FC236}">
                <a16:creationId xmlns:a16="http://schemas.microsoft.com/office/drawing/2014/main" id="{88A016B3-BA8A-2C6A-5000-E94B232FBE92}"/>
              </a:ext>
            </a:extLst>
          </p:cNvPr>
          <p:cNvGraphicFramePr/>
          <p:nvPr>
            <p:extLst>
              <p:ext uri="{D42A27DB-BD31-4B8C-83A1-F6EECF244321}">
                <p14:modId xmlns:p14="http://schemas.microsoft.com/office/powerpoint/2010/main" val="1726356993"/>
              </p:ext>
            </p:extLst>
          </p:nvPr>
        </p:nvGraphicFramePr>
        <p:xfrm>
          <a:off x="193842" y="926615"/>
          <a:ext cx="11804315" cy="52975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Marcador de texto 6">
            <a:extLst>
              <a:ext uri="{FF2B5EF4-FFF2-40B4-BE49-F238E27FC236}">
                <a16:creationId xmlns:a16="http://schemas.microsoft.com/office/drawing/2014/main" id="{CFE40F57-9043-F325-4813-ECE16F03FA95}"/>
              </a:ext>
            </a:extLst>
          </p:cNvPr>
          <p:cNvSpPr txBox="1">
            <a:spLocks/>
          </p:cNvSpPr>
          <p:nvPr/>
        </p:nvSpPr>
        <p:spPr>
          <a:xfrm>
            <a:off x="555307" y="339982"/>
            <a:ext cx="11151139" cy="454471"/>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3200" b="1" i="0" kern="1200">
                <a:solidFill>
                  <a:srgbClr val="0042ED"/>
                </a:solidFill>
                <a:latin typeface="Arial Narrow"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CORRECIÓN FUGA DE DATOS</a:t>
            </a:r>
          </a:p>
        </p:txBody>
      </p:sp>
      <p:sp>
        <p:nvSpPr>
          <p:cNvPr id="13" name="CuadroTexto 12">
            <a:extLst>
              <a:ext uri="{FF2B5EF4-FFF2-40B4-BE49-F238E27FC236}">
                <a16:creationId xmlns:a16="http://schemas.microsoft.com/office/drawing/2014/main" id="{9C09421C-AAAB-9F50-E961-C673CA87C936}"/>
              </a:ext>
            </a:extLst>
          </p:cNvPr>
          <p:cNvSpPr txBox="1"/>
          <p:nvPr/>
        </p:nvSpPr>
        <p:spPr>
          <a:xfrm>
            <a:off x="2743200" y="2237874"/>
            <a:ext cx="9158704" cy="1538883"/>
          </a:xfrm>
          <a:prstGeom prst="rect">
            <a:avLst/>
          </a:prstGeom>
          <a:noFill/>
        </p:spPr>
        <p:txBody>
          <a:bodyPr wrap="square" rtlCol="0">
            <a:spAutoFit/>
          </a:bodyPr>
          <a:lstStyle/>
          <a:p>
            <a:r>
              <a:rPr lang="es-ES" sz="2000" b="1" dirty="0">
                <a:solidFill>
                  <a:schemeClr val="bg1"/>
                </a:solidFill>
              </a:rPr>
              <a:t>Pipeline Encapsulado</a:t>
            </a:r>
          </a:p>
          <a:p>
            <a:r>
              <a:rPr lang="es-ES" sz="1400" b="1" dirty="0">
                <a:solidFill>
                  <a:schemeClr val="bg1"/>
                </a:solidFill>
              </a:rPr>
              <a:t>Acción:</a:t>
            </a:r>
            <a:r>
              <a:rPr lang="es-ES" sz="1400" dirty="0">
                <a:solidFill>
                  <a:schemeClr val="bg1"/>
                </a:solidFill>
              </a:rPr>
              <a:t> Uso de objetos Pipeline dentro de la Validación Cruzada (</a:t>
            </a:r>
            <a:r>
              <a:rPr lang="es-ES" sz="1400" dirty="0" err="1">
                <a:solidFill>
                  <a:schemeClr val="bg1"/>
                </a:solidFill>
              </a:rPr>
              <a:t>GridSearchCV</a:t>
            </a:r>
            <a:r>
              <a:rPr lang="es-ES" sz="1400" dirty="0">
                <a:solidFill>
                  <a:schemeClr val="bg1"/>
                </a:solidFill>
              </a:rPr>
              <a:t>).</a:t>
            </a:r>
          </a:p>
          <a:p>
            <a:r>
              <a:rPr lang="es-ES" sz="1400" b="1" dirty="0">
                <a:solidFill>
                  <a:schemeClr val="bg1"/>
                </a:solidFill>
              </a:rPr>
              <a:t>Protección:</a:t>
            </a:r>
            <a:r>
              <a:rPr lang="es-ES" sz="1400" dirty="0">
                <a:solidFill>
                  <a:schemeClr val="bg1"/>
                </a:solidFill>
              </a:rPr>
              <a:t> El escalado (</a:t>
            </a:r>
            <a:r>
              <a:rPr lang="es-ES" sz="1400" dirty="0" err="1">
                <a:solidFill>
                  <a:schemeClr val="bg1"/>
                </a:solidFill>
              </a:rPr>
              <a:t>StandardScaler</a:t>
            </a:r>
            <a:r>
              <a:rPr lang="es-ES" sz="1400" dirty="0">
                <a:solidFill>
                  <a:schemeClr val="bg1"/>
                </a:solidFill>
              </a:rPr>
              <a:t>) y la selección de variables (RFE) se recalculan </a:t>
            </a:r>
            <a:r>
              <a:rPr lang="es-ES" sz="1400" b="1" dirty="0">
                <a:solidFill>
                  <a:schemeClr val="bg1"/>
                </a:solidFill>
              </a:rPr>
              <a:t>dentro</a:t>
            </a:r>
            <a:r>
              <a:rPr lang="es-ES" sz="1400" dirty="0">
                <a:solidFill>
                  <a:schemeClr val="bg1"/>
                </a:solidFill>
              </a:rPr>
              <a:t> de cada iteración (</a:t>
            </a:r>
            <a:r>
              <a:rPr lang="es-ES" sz="1400" dirty="0" err="1">
                <a:solidFill>
                  <a:schemeClr val="bg1"/>
                </a:solidFill>
              </a:rPr>
              <a:t>fold</a:t>
            </a:r>
            <a:r>
              <a:rPr lang="es-ES" sz="1400" dirty="0">
                <a:solidFill>
                  <a:schemeClr val="bg1"/>
                </a:solidFill>
              </a:rPr>
              <a:t>).</a:t>
            </a:r>
          </a:p>
          <a:p>
            <a:r>
              <a:rPr lang="es-ES" sz="1400" b="1" dirty="0">
                <a:solidFill>
                  <a:schemeClr val="bg1"/>
                </a:solidFill>
              </a:rPr>
              <a:t>Objetivo:</a:t>
            </a:r>
            <a:r>
              <a:rPr lang="es-ES" sz="1400" dirty="0">
                <a:solidFill>
                  <a:schemeClr val="bg1"/>
                </a:solidFill>
              </a:rPr>
              <a:t> El modelo nunca "ve" las estadísticas de los datos de validación al elegir las mejores variables</a:t>
            </a:r>
            <a:r>
              <a:rPr lang="es-ES" sz="1400" dirty="0"/>
              <a:t>.</a:t>
            </a:r>
          </a:p>
          <a:p>
            <a:endParaRPr lang="es-ES" dirty="0"/>
          </a:p>
        </p:txBody>
      </p:sp>
    </p:spTree>
    <p:extLst>
      <p:ext uri="{BB962C8B-B14F-4D97-AF65-F5344CB8AC3E}">
        <p14:creationId xmlns:p14="http://schemas.microsoft.com/office/powerpoint/2010/main" val="28814504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1961ED-4126-8984-B0CD-401AFCC12915}"/>
            </a:ext>
          </a:extLst>
        </p:cNvPr>
        <p:cNvGrpSpPr/>
        <p:nvPr/>
      </p:nvGrpSpPr>
      <p:grpSpPr>
        <a:xfrm>
          <a:off x="0" y="0"/>
          <a:ext cx="0" cy="0"/>
          <a:chOff x="0" y="0"/>
          <a:chExt cx="0" cy="0"/>
        </a:xfrm>
      </p:grpSpPr>
      <p:pic>
        <p:nvPicPr>
          <p:cNvPr id="7" name="Marcador de posición de imagen 6" descr="Interfaz de usuario gráfica&#10;&#10;El contenido generado por IA puede ser incorrecto.">
            <a:extLst>
              <a:ext uri="{FF2B5EF4-FFF2-40B4-BE49-F238E27FC236}">
                <a16:creationId xmlns:a16="http://schemas.microsoft.com/office/drawing/2014/main" id="{E6586084-6D51-E44F-40C9-EA186DCD4DBE}"/>
              </a:ext>
            </a:extLst>
          </p:cNvPr>
          <p:cNvPicPr>
            <a:picLocks noGrp="1" noChangeAspect="1"/>
          </p:cNvPicPr>
          <p:nvPr>
            <p:ph type="pic" idx="1"/>
          </p:nvPr>
        </p:nvPicPr>
        <p:blipFill>
          <a:blip r:embed="rId2"/>
          <a:srcRect l="9014" r="38661"/>
          <a:stretch>
            <a:fillRect/>
          </a:stretch>
        </p:blipFill>
        <p:spPr>
          <a:xfrm>
            <a:off x="6211229" y="10"/>
            <a:ext cx="5980771" cy="6857989"/>
          </a:xfrm>
          <a:noFill/>
        </p:spPr>
      </p:pic>
      <p:sp>
        <p:nvSpPr>
          <p:cNvPr id="3" name="Marcador de texto 2">
            <a:extLst>
              <a:ext uri="{FF2B5EF4-FFF2-40B4-BE49-F238E27FC236}">
                <a16:creationId xmlns:a16="http://schemas.microsoft.com/office/drawing/2014/main" id="{798FE046-90AE-E959-43F9-BBC95ABA6FA8}"/>
              </a:ext>
            </a:extLst>
          </p:cNvPr>
          <p:cNvSpPr>
            <a:spLocks noGrp="1"/>
          </p:cNvSpPr>
          <p:nvPr>
            <p:ph type="body" sz="quarter" idx="13"/>
          </p:nvPr>
        </p:nvSpPr>
        <p:spPr>
          <a:xfrm>
            <a:off x="593249" y="2539028"/>
            <a:ext cx="1415902" cy="679210"/>
          </a:xfrm>
        </p:spPr>
        <p:txBody>
          <a:bodyPr anchor="ctr">
            <a:normAutofit/>
          </a:bodyPr>
          <a:lstStyle/>
          <a:p>
            <a:r>
              <a:rPr lang="es-ES" sz="4200"/>
              <a:t>03</a:t>
            </a:r>
          </a:p>
        </p:txBody>
      </p:sp>
      <p:sp>
        <p:nvSpPr>
          <p:cNvPr id="4" name="Marcador de pie de página 3">
            <a:extLst>
              <a:ext uri="{FF2B5EF4-FFF2-40B4-BE49-F238E27FC236}">
                <a16:creationId xmlns:a16="http://schemas.microsoft.com/office/drawing/2014/main" id="{8F3FF4D0-4975-BA77-520C-900B2A4638BA}"/>
              </a:ext>
            </a:extLst>
          </p:cNvPr>
          <p:cNvSpPr>
            <a:spLocks noGrp="1"/>
          </p:cNvSpPr>
          <p:nvPr>
            <p:ph type="ftr" sz="quarter" idx="11"/>
          </p:nvPr>
        </p:nvSpPr>
        <p:spPr>
          <a:xfrm>
            <a:off x="8605477" y="6356350"/>
            <a:ext cx="2205958" cy="365125"/>
          </a:xfrm>
        </p:spPr>
        <p:txBody>
          <a:bodyPr anchor="ctr">
            <a:normAutofit/>
          </a:bodyPr>
          <a:lstStyle/>
          <a:p>
            <a:pPr>
              <a:spcAft>
                <a:spcPts val="600"/>
              </a:spcAft>
            </a:pPr>
            <a:r>
              <a:rPr lang="es-ES"/>
              <a:t>Proprietary Information - Confidential</a:t>
            </a:r>
          </a:p>
        </p:txBody>
      </p:sp>
      <p:sp>
        <p:nvSpPr>
          <p:cNvPr id="5" name="Marcador de número de diapositiva 4">
            <a:extLst>
              <a:ext uri="{FF2B5EF4-FFF2-40B4-BE49-F238E27FC236}">
                <a16:creationId xmlns:a16="http://schemas.microsoft.com/office/drawing/2014/main" id="{C3E33878-45D4-F972-2D0D-C546558C8352}"/>
              </a:ext>
            </a:extLst>
          </p:cNvPr>
          <p:cNvSpPr>
            <a:spLocks noGrp="1"/>
          </p:cNvSpPr>
          <p:nvPr>
            <p:ph type="sldNum" sz="quarter" idx="12"/>
          </p:nvPr>
        </p:nvSpPr>
        <p:spPr>
          <a:xfrm>
            <a:off x="10834487" y="6356350"/>
            <a:ext cx="980356" cy="365125"/>
          </a:xfrm>
        </p:spPr>
        <p:txBody>
          <a:bodyPr anchor="ctr">
            <a:normAutofit/>
          </a:bodyPr>
          <a:lstStyle/>
          <a:p>
            <a:pPr>
              <a:spcAft>
                <a:spcPts val="600"/>
              </a:spcAft>
            </a:pPr>
            <a:fld id="{FF2CED2D-DE01-CB40-AEF5-C9DD7CD06225}" type="slidenum">
              <a:rPr lang="es-ES" smtClean="0"/>
              <a:pPr>
                <a:spcAft>
                  <a:spcPts val="600"/>
                </a:spcAft>
              </a:pPr>
              <a:t>12</a:t>
            </a:fld>
            <a:endParaRPr lang="es-ES"/>
          </a:p>
        </p:txBody>
      </p:sp>
      <p:sp>
        <p:nvSpPr>
          <p:cNvPr id="6" name="Marcador de texto 5">
            <a:extLst>
              <a:ext uri="{FF2B5EF4-FFF2-40B4-BE49-F238E27FC236}">
                <a16:creationId xmlns:a16="http://schemas.microsoft.com/office/drawing/2014/main" id="{37FCF213-A9A0-A754-D05F-F20BD6B6F297}"/>
              </a:ext>
            </a:extLst>
          </p:cNvPr>
          <p:cNvSpPr>
            <a:spLocks noGrp="1"/>
          </p:cNvSpPr>
          <p:nvPr>
            <p:ph type="body" sz="quarter" idx="19"/>
          </p:nvPr>
        </p:nvSpPr>
        <p:spPr>
          <a:xfrm>
            <a:off x="609507" y="3355192"/>
            <a:ext cx="3827463" cy="2130425"/>
          </a:xfrm>
        </p:spPr>
        <p:txBody>
          <a:bodyPr anchor="t">
            <a:normAutofit/>
          </a:bodyPr>
          <a:lstStyle/>
          <a:p>
            <a:r>
              <a:rPr lang="en-GB" dirty="0"/>
              <a:t>MODELOS IMPLEMENTADOS</a:t>
            </a:r>
          </a:p>
          <a:p>
            <a:endParaRPr lang="es-ES" dirty="0"/>
          </a:p>
        </p:txBody>
      </p:sp>
    </p:spTree>
    <p:extLst>
      <p:ext uri="{BB962C8B-B14F-4D97-AF65-F5344CB8AC3E}">
        <p14:creationId xmlns:p14="http://schemas.microsoft.com/office/powerpoint/2010/main" val="2585053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0B746-33DB-E601-66B2-3A8F4C2C5E72}"/>
            </a:ext>
          </a:extLst>
        </p:cNvPr>
        <p:cNvGrpSpPr/>
        <p:nvPr/>
      </p:nvGrpSpPr>
      <p:grpSpPr>
        <a:xfrm>
          <a:off x="0" y="0"/>
          <a:ext cx="0" cy="0"/>
          <a:chOff x="0" y="0"/>
          <a:chExt cx="0" cy="0"/>
        </a:xfrm>
      </p:grpSpPr>
      <p:sp>
        <p:nvSpPr>
          <p:cNvPr id="3" name="Marcador de pie de página 2">
            <a:extLst>
              <a:ext uri="{FF2B5EF4-FFF2-40B4-BE49-F238E27FC236}">
                <a16:creationId xmlns:a16="http://schemas.microsoft.com/office/drawing/2014/main" id="{A44256C8-2F5E-C7C2-ED8F-91A3EC29AF89}"/>
              </a:ext>
            </a:extLst>
          </p:cNvPr>
          <p:cNvSpPr>
            <a:spLocks noGrp="1"/>
          </p:cNvSpPr>
          <p:nvPr>
            <p:ph type="ftr" sz="quarter" idx="11"/>
          </p:nvPr>
        </p:nvSpPr>
        <p:spPr/>
        <p:txBody>
          <a:bodyPr/>
          <a:lstStyle/>
          <a:p>
            <a:r>
              <a:rPr lang="es-ES"/>
              <a:t>Proprietary Information - Confidential</a:t>
            </a:r>
          </a:p>
        </p:txBody>
      </p:sp>
      <p:sp>
        <p:nvSpPr>
          <p:cNvPr id="4" name="Marcador de número de diapositiva 3">
            <a:extLst>
              <a:ext uri="{FF2B5EF4-FFF2-40B4-BE49-F238E27FC236}">
                <a16:creationId xmlns:a16="http://schemas.microsoft.com/office/drawing/2014/main" id="{FC8DA98B-FD11-0404-3BAC-5EBAA418BCAA}"/>
              </a:ext>
            </a:extLst>
          </p:cNvPr>
          <p:cNvSpPr>
            <a:spLocks noGrp="1"/>
          </p:cNvSpPr>
          <p:nvPr>
            <p:ph type="sldNum" sz="quarter" idx="12"/>
          </p:nvPr>
        </p:nvSpPr>
        <p:spPr/>
        <p:txBody>
          <a:bodyPr/>
          <a:lstStyle/>
          <a:p>
            <a:fld id="{FF2CED2D-DE01-CB40-AEF5-C9DD7CD06225}" type="slidenum">
              <a:rPr lang="es-ES" smtClean="0"/>
              <a:t>13</a:t>
            </a:fld>
            <a:endParaRPr lang="es-ES"/>
          </a:p>
        </p:txBody>
      </p:sp>
      <p:sp>
        <p:nvSpPr>
          <p:cNvPr id="7" name="Marcador de texto 6">
            <a:extLst>
              <a:ext uri="{FF2B5EF4-FFF2-40B4-BE49-F238E27FC236}">
                <a16:creationId xmlns:a16="http://schemas.microsoft.com/office/drawing/2014/main" id="{82629386-FFBD-B6F3-EFE2-1E0C43DB0400}"/>
              </a:ext>
            </a:extLst>
          </p:cNvPr>
          <p:cNvSpPr>
            <a:spLocks noGrp="1"/>
          </p:cNvSpPr>
          <p:nvPr>
            <p:ph type="body" sz="quarter" idx="28"/>
          </p:nvPr>
        </p:nvSpPr>
        <p:spPr/>
        <p:txBody>
          <a:bodyPr/>
          <a:lstStyle/>
          <a:p>
            <a:r>
              <a:rPr lang="en-GB" dirty="0"/>
              <a:t>TIPOS DE MODELO USADOS</a:t>
            </a:r>
          </a:p>
        </p:txBody>
      </p:sp>
      <p:graphicFrame>
        <p:nvGraphicFramePr>
          <p:cNvPr id="5" name="Diagrama 4">
            <a:extLst>
              <a:ext uri="{FF2B5EF4-FFF2-40B4-BE49-F238E27FC236}">
                <a16:creationId xmlns:a16="http://schemas.microsoft.com/office/drawing/2014/main" id="{7AAB21B3-B77B-5D77-DE60-5C10DE133E3B}"/>
              </a:ext>
            </a:extLst>
          </p:cNvPr>
          <p:cNvGraphicFramePr/>
          <p:nvPr>
            <p:extLst>
              <p:ext uri="{D42A27DB-BD31-4B8C-83A1-F6EECF244321}">
                <p14:modId xmlns:p14="http://schemas.microsoft.com/office/powerpoint/2010/main" val="1638147302"/>
              </p:ext>
            </p:extLst>
          </p:nvPr>
        </p:nvGraphicFramePr>
        <p:xfrm>
          <a:off x="469230" y="1106905"/>
          <a:ext cx="11538285" cy="49601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ectángulo 9">
            <a:extLst>
              <a:ext uri="{FF2B5EF4-FFF2-40B4-BE49-F238E27FC236}">
                <a16:creationId xmlns:a16="http://schemas.microsoft.com/office/drawing/2014/main" id="{5B9C7357-3B52-09F6-8AC0-841E1E711C99}"/>
              </a:ext>
            </a:extLst>
          </p:cNvPr>
          <p:cNvSpPr/>
          <p:nvPr/>
        </p:nvSpPr>
        <p:spPr>
          <a:xfrm>
            <a:off x="8332099" y="2666668"/>
            <a:ext cx="273378" cy="273378"/>
          </a:xfrm>
          <a:prstGeom prst="rect">
            <a:avLst/>
          </a:prstGeom>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lang="es-ES"/>
          </a:p>
        </p:txBody>
      </p:sp>
      <p:sp>
        <p:nvSpPr>
          <p:cNvPr id="13" name="CuadroTexto 12">
            <a:extLst>
              <a:ext uri="{FF2B5EF4-FFF2-40B4-BE49-F238E27FC236}">
                <a16:creationId xmlns:a16="http://schemas.microsoft.com/office/drawing/2014/main" id="{E61764A1-4459-3078-D428-C734752932E7}"/>
              </a:ext>
            </a:extLst>
          </p:cNvPr>
          <p:cNvSpPr txBox="1"/>
          <p:nvPr/>
        </p:nvSpPr>
        <p:spPr>
          <a:xfrm>
            <a:off x="8664572" y="2618691"/>
            <a:ext cx="3283848" cy="369332"/>
          </a:xfrm>
          <a:prstGeom prst="rect">
            <a:avLst/>
          </a:prstGeom>
          <a:noFill/>
        </p:spPr>
        <p:txBody>
          <a:bodyPr wrap="none" rtlCol="0">
            <a:spAutoFit/>
          </a:bodyPr>
          <a:lstStyle/>
          <a:p>
            <a:r>
              <a:rPr lang="es-ES" dirty="0"/>
              <a:t>SPACIAL VECTOR MACHINE</a:t>
            </a:r>
          </a:p>
        </p:txBody>
      </p:sp>
      <p:sp>
        <p:nvSpPr>
          <p:cNvPr id="14" name="CuadroTexto 13">
            <a:extLst>
              <a:ext uri="{FF2B5EF4-FFF2-40B4-BE49-F238E27FC236}">
                <a16:creationId xmlns:a16="http://schemas.microsoft.com/office/drawing/2014/main" id="{6CF886EF-BC6A-EE77-19D1-7ED53E18B84C}"/>
              </a:ext>
            </a:extLst>
          </p:cNvPr>
          <p:cNvSpPr txBox="1"/>
          <p:nvPr/>
        </p:nvSpPr>
        <p:spPr>
          <a:xfrm>
            <a:off x="8664572" y="1964635"/>
            <a:ext cx="1800493" cy="369332"/>
          </a:xfrm>
          <a:prstGeom prst="rect">
            <a:avLst/>
          </a:prstGeom>
          <a:noFill/>
        </p:spPr>
        <p:txBody>
          <a:bodyPr wrap="none" rtlCol="0">
            <a:spAutoFit/>
          </a:bodyPr>
          <a:lstStyle/>
          <a:p>
            <a:r>
              <a:rPr lang="es-ES" dirty="0">
                <a:solidFill>
                  <a:schemeClr val="bg1"/>
                </a:solidFill>
              </a:rPr>
              <a:t>En progreso…..</a:t>
            </a:r>
          </a:p>
        </p:txBody>
      </p:sp>
    </p:spTree>
    <p:extLst>
      <p:ext uri="{BB962C8B-B14F-4D97-AF65-F5344CB8AC3E}">
        <p14:creationId xmlns:p14="http://schemas.microsoft.com/office/powerpoint/2010/main" val="36892947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D3973-1DAA-0030-BB1E-B2A71AF62440}"/>
            </a:ext>
          </a:extLst>
        </p:cNvPr>
        <p:cNvGrpSpPr/>
        <p:nvPr/>
      </p:nvGrpSpPr>
      <p:grpSpPr>
        <a:xfrm>
          <a:off x="0" y="0"/>
          <a:ext cx="0" cy="0"/>
          <a:chOff x="0" y="0"/>
          <a:chExt cx="0" cy="0"/>
        </a:xfrm>
      </p:grpSpPr>
      <p:sp>
        <p:nvSpPr>
          <p:cNvPr id="3" name="Marcador de pie de página 2">
            <a:extLst>
              <a:ext uri="{FF2B5EF4-FFF2-40B4-BE49-F238E27FC236}">
                <a16:creationId xmlns:a16="http://schemas.microsoft.com/office/drawing/2014/main" id="{3DA7928B-6DC9-ED3B-D0DA-B6179C62BFFD}"/>
              </a:ext>
            </a:extLst>
          </p:cNvPr>
          <p:cNvSpPr>
            <a:spLocks noGrp="1"/>
          </p:cNvSpPr>
          <p:nvPr>
            <p:ph type="ftr" sz="quarter" idx="11"/>
          </p:nvPr>
        </p:nvSpPr>
        <p:spPr/>
        <p:txBody>
          <a:bodyPr/>
          <a:lstStyle/>
          <a:p>
            <a:r>
              <a:rPr lang="es-ES"/>
              <a:t>Proprietary Information - Confidential</a:t>
            </a:r>
          </a:p>
        </p:txBody>
      </p:sp>
      <p:sp>
        <p:nvSpPr>
          <p:cNvPr id="4" name="Marcador de número de diapositiva 3">
            <a:extLst>
              <a:ext uri="{FF2B5EF4-FFF2-40B4-BE49-F238E27FC236}">
                <a16:creationId xmlns:a16="http://schemas.microsoft.com/office/drawing/2014/main" id="{9365710B-9CBD-2B63-03D1-B3FC3ACE97D9}"/>
              </a:ext>
            </a:extLst>
          </p:cNvPr>
          <p:cNvSpPr>
            <a:spLocks noGrp="1"/>
          </p:cNvSpPr>
          <p:nvPr>
            <p:ph type="sldNum" sz="quarter" idx="12"/>
          </p:nvPr>
        </p:nvSpPr>
        <p:spPr/>
        <p:txBody>
          <a:bodyPr/>
          <a:lstStyle/>
          <a:p>
            <a:fld id="{FF2CED2D-DE01-CB40-AEF5-C9DD7CD06225}" type="slidenum">
              <a:rPr lang="es-ES" smtClean="0"/>
              <a:t>14</a:t>
            </a:fld>
            <a:endParaRPr lang="es-ES"/>
          </a:p>
        </p:txBody>
      </p:sp>
      <p:sp>
        <p:nvSpPr>
          <p:cNvPr id="7" name="Marcador de texto 6">
            <a:extLst>
              <a:ext uri="{FF2B5EF4-FFF2-40B4-BE49-F238E27FC236}">
                <a16:creationId xmlns:a16="http://schemas.microsoft.com/office/drawing/2014/main" id="{28373F29-1B87-3914-60AA-7DD817DCBF52}"/>
              </a:ext>
            </a:extLst>
          </p:cNvPr>
          <p:cNvSpPr>
            <a:spLocks noGrp="1"/>
          </p:cNvSpPr>
          <p:nvPr>
            <p:ph type="body" sz="quarter" idx="28"/>
          </p:nvPr>
        </p:nvSpPr>
        <p:spPr/>
        <p:txBody>
          <a:bodyPr/>
          <a:lstStyle/>
          <a:p>
            <a:r>
              <a:rPr lang="en-GB" dirty="0"/>
              <a:t>RESULTADOS MEJOR MODELO HASTA LA FECHA</a:t>
            </a:r>
          </a:p>
        </p:txBody>
      </p:sp>
      <p:sp>
        <p:nvSpPr>
          <p:cNvPr id="14" name="CuadroTexto 13">
            <a:extLst>
              <a:ext uri="{FF2B5EF4-FFF2-40B4-BE49-F238E27FC236}">
                <a16:creationId xmlns:a16="http://schemas.microsoft.com/office/drawing/2014/main" id="{90547BB0-C84D-651B-ECFF-63526F521402}"/>
              </a:ext>
            </a:extLst>
          </p:cNvPr>
          <p:cNvSpPr txBox="1"/>
          <p:nvPr/>
        </p:nvSpPr>
        <p:spPr>
          <a:xfrm>
            <a:off x="8664572" y="1964635"/>
            <a:ext cx="1800493" cy="369332"/>
          </a:xfrm>
          <a:prstGeom prst="rect">
            <a:avLst/>
          </a:prstGeom>
          <a:noFill/>
        </p:spPr>
        <p:txBody>
          <a:bodyPr wrap="none" rtlCol="0">
            <a:spAutoFit/>
          </a:bodyPr>
          <a:lstStyle/>
          <a:p>
            <a:r>
              <a:rPr lang="es-ES" dirty="0">
                <a:solidFill>
                  <a:schemeClr val="bg1"/>
                </a:solidFill>
              </a:rPr>
              <a:t>En progreso…..</a:t>
            </a:r>
          </a:p>
        </p:txBody>
      </p:sp>
    </p:spTree>
    <p:extLst>
      <p:ext uri="{BB962C8B-B14F-4D97-AF65-F5344CB8AC3E}">
        <p14:creationId xmlns:p14="http://schemas.microsoft.com/office/powerpoint/2010/main" val="3518284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15416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TP Aero - Presentation cover">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ITP Aero - Slides">
  <a:themeElements>
    <a:clrScheme name="ITP Aero">
      <a:dk1>
        <a:srgbClr val="000000"/>
      </a:dk1>
      <a:lt1>
        <a:srgbClr val="FFFFFF"/>
      </a:lt1>
      <a:dk2>
        <a:srgbClr val="0041EC"/>
      </a:dk2>
      <a:lt2>
        <a:srgbClr val="FFFFFF"/>
      </a:lt2>
      <a:accent1>
        <a:srgbClr val="0041EC"/>
      </a:accent1>
      <a:accent2>
        <a:srgbClr val="000000"/>
      </a:accent2>
      <a:accent3>
        <a:srgbClr val="BCD3DE"/>
      </a:accent3>
      <a:accent4>
        <a:srgbClr val="DACFC1"/>
      </a:accent4>
      <a:accent5>
        <a:srgbClr val="CFCDF5"/>
      </a:accent5>
      <a:accent6>
        <a:srgbClr val="ADD4AB"/>
      </a:accent6>
      <a:hlink>
        <a:srgbClr val="0000D0"/>
      </a:hlink>
      <a:folHlink>
        <a:srgbClr val="96607D"/>
      </a:folHlink>
    </a:clrScheme>
    <a:fontScheme name="ITP Aer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32E04C3831FEC41AD8EF201BE958832" ma:contentTypeVersion="12" ma:contentTypeDescription="Crear nuevo documento." ma:contentTypeScope="" ma:versionID="fc963330ed4a669dec2c47cd5d129784">
  <xsd:schema xmlns:xsd="http://www.w3.org/2001/XMLSchema" xmlns:xs="http://www.w3.org/2001/XMLSchema" xmlns:p="http://schemas.microsoft.com/office/2006/metadata/properties" xmlns:ns2="eb8fc465-e5aa-453f-b5a5-74d137af9a07" xmlns:ns3="d57d63e8-a437-4e35-923b-d88a7b1e4c6b" targetNamespace="http://schemas.microsoft.com/office/2006/metadata/properties" ma:root="true" ma:fieldsID="e2e0cf9f896a1d56e5d48548b7c9a75b" ns2:_="" ns3:_="">
    <xsd:import namespace="eb8fc465-e5aa-453f-b5a5-74d137af9a07"/>
    <xsd:import namespace="d57d63e8-a437-4e35-923b-d88a7b1e4c6b"/>
    <xsd:element name="properties">
      <xsd:complexType>
        <xsd:sequence>
          <xsd:element name="documentManagement">
            <xsd:complexType>
              <xsd:all>
                <xsd:element ref="ns2:Categor_x00ed_a" minOccurs="0"/>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8fc465-e5aa-453f-b5a5-74d137af9a07" elementFormDefault="qualified">
    <xsd:import namespace="http://schemas.microsoft.com/office/2006/documentManagement/types"/>
    <xsd:import namespace="http://schemas.microsoft.com/office/infopath/2007/PartnerControls"/>
    <xsd:element name="Categor_x00ed_a" ma:index="8" nillable="true" ma:displayName="Categoría" ma:format="Dropdown" ma:internalName="Categor_x00ed_a" ma:readOnly="false">
      <xsd:simpleType>
        <xsd:restriction base="dms:Choice">
          <xsd:enumeration value="General"/>
          <xsd:enumeration value="Word"/>
          <xsd:enumeration value="PPT"/>
          <xsd:enumeration value="E-Mail"/>
          <xsd:enumeration value="Corporate"/>
          <xsd:enumeration value="Template"/>
        </xsd:restriction>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Etiquetas de imagen" ma:readOnly="false" ma:fieldId="{5cf76f15-5ced-4ddc-b409-7134ff3c332f}" ma:taxonomyMulti="true" ma:sspId="d7a2d60e-e281-4729-b47d-16968d42654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57d63e8-a437-4e35-923b-d88a7b1e4c6b"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50d9863-6c5e-42e4-b3ec-4616437319a4}" ma:internalName="TaxCatchAll" ma:showField="CatchAllData" ma:web="d57d63e8-a437-4e35-923b-d88a7b1e4c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Categor_x00ed_a xmlns="eb8fc465-e5aa-453f-b5a5-74d137af9a07" xsi:nil="true"/>
    <TaxCatchAll xmlns="d57d63e8-a437-4e35-923b-d88a7b1e4c6b" xsi:nil="true"/>
    <lcf76f155ced4ddcb4097134ff3c332f xmlns="eb8fc465-e5aa-453f-b5a5-74d137af9a07">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B14B23-F7E1-40B9-B479-461262B626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8fc465-e5aa-453f-b5a5-74d137af9a07"/>
    <ds:schemaRef ds:uri="d57d63e8-a437-4e35-923b-d88a7b1e4c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E95BD29-742E-49CC-AEF8-091376A203B5}">
  <ds:schemaRefs>
    <ds:schemaRef ds:uri="http://schemas.microsoft.com/office/2006/documentManagement/types"/>
    <ds:schemaRef ds:uri="http://purl.org/dc/terms/"/>
    <ds:schemaRef ds:uri="d57d63e8-a437-4e35-923b-d88a7b1e4c6b"/>
    <ds:schemaRef ds:uri="http://www.w3.org/XML/1998/namespace"/>
    <ds:schemaRef ds:uri="http://schemas.openxmlformats.org/package/2006/metadata/core-properties"/>
    <ds:schemaRef ds:uri="http://schemas.microsoft.com/office/infopath/2007/PartnerControls"/>
    <ds:schemaRef ds:uri="eb8fc465-e5aa-453f-b5a5-74d137af9a07"/>
    <ds:schemaRef ds:uri="http://purl.org/dc/elements/1.1/"/>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6607DF5A-B859-4622-BCA6-ED12F70FAD0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181</TotalTime>
  <Words>930</Words>
  <Application>Microsoft Office PowerPoint</Application>
  <PresentationFormat>Panorámica</PresentationFormat>
  <Paragraphs>135</Paragraphs>
  <Slides>15</Slides>
  <Notes>0</Notes>
  <HiddenSlides>0</HiddenSlides>
  <MMClips>0</MMClips>
  <ScaleCrop>false</ScaleCrop>
  <HeadingPairs>
    <vt:vector size="8" baseType="variant">
      <vt:variant>
        <vt:lpstr>Fuentes usadas</vt:lpstr>
      </vt:variant>
      <vt:variant>
        <vt:i4>10</vt:i4>
      </vt:variant>
      <vt:variant>
        <vt:lpstr>Tema</vt:lpstr>
      </vt:variant>
      <vt:variant>
        <vt:i4>2</vt:i4>
      </vt:variant>
      <vt:variant>
        <vt:lpstr>Servidores OLE incrustados</vt:lpstr>
      </vt:variant>
      <vt:variant>
        <vt:i4>1</vt:i4>
      </vt:variant>
      <vt:variant>
        <vt:lpstr>Títulos de diapositiva</vt:lpstr>
      </vt:variant>
      <vt:variant>
        <vt:i4>15</vt:i4>
      </vt:variant>
    </vt:vector>
  </HeadingPairs>
  <TitlesOfParts>
    <vt:vector size="28" baseType="lpstr">
      <vt:lpstr>Aptos</vt:lpstr>
      <vt:lpstr>Arial</vt:lpstr>
      <vt:lpstr>Arial Narrow</vt:lpstr>
      <vt:lpstr>Calibri</vt:lpstr>
      <vt:lpstr>Century Gothic</vt:lpstr>
      <vt:lpstr>Courier New</vt:lpstr>
      <vt:lpstr>Graphik</vt:lpstr>
      <vt:lpstr>Graphik Compact Medium</vt:lpstr>
      <vt:lpstr>Inter</vt:lpstr>
      <vt:lpstr>Wingdings</vt:lpstr>
      <vt:lpstr>ITP Aero - Presentation cover</vt:lpstr>
      <vt:lpstr>ITP Aero - Slides</vt:lpstr>
      <vt:lpstr>Diapositiva de think-cell</vt:lpstr>
      <vt:lpstr>PROGRESO DIGITALIZACIÓN RSW</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TEMPLATE ITP AERO</dc:title>
  <dc:creator>Antón Guerrero</dc:creator>
  <cp:lastModifiedBy>AITOR GOMEZ GARCIA</cp:lastModifiedBy>
  <cp:revision>15</cp:revision>
  <dcterms:created xsi:type="dcterms:W3CDTF">2024-10-09T14:27:16Z</dcterms:created>
  <dcterms:modified xsi:type="dcterms:W3CDTF">2025-11-24T17:54:13Z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0x010100432E04C3831FEC41AD8EF201BE958832</vt:lpwstr>
  </property>
  <property fmtid="{D5CDD505-2E9C-101B-9397-08002B2CF9AE}" pid="3" name="MediaServiceImageTags">
    <vt:lpwstr/>
  </property>
  <property fmtid="{D5CDD505-2E9C-101B-9397-08002B2CF9AE}" pid="4" name="MSIP_Label_694f4f7d-5079-4b53-8329-569c1c829dd7_Enabled">
    <vt:lpwstr>true</vt:lpwstr>
  </property>
  <property fmtid="{D5CDD505-2E9C-101B-9397-08002B2CF9AE}" pid="5" name="MSIP_Label_694f4f7d-5079-4b53-8329-569c1c829dd7_SetDate">
    <vt:lpwstr>2025-08-22T12:04:45Z</vt:lpwstr>
  </property>
  <property fmtid="{D5CDD505-2E9C-101B-9397-08002B2CF9AE}" pid="6" name="MSIP_Label_694f4f7d-5079-4b53-8329-569c1c829dd7_Method">
    <vt:lpwstr>Privileged</vt:lpwstr>
  </property>
  <property fmtid="{D5CDD505-2E9C-101B-9397-08002B2CF9AE}" pid="7" name="MSIP_Label_694f4f7d-5079-4b53-8329-569c1c829dd7_Name">
    <vt:lpwstr>Confidential_General</vt:lpwstr>
  </property>
  <property fmtid="{D5CDD505-2E9C-101B-9397-08002B2CF9AE}" pid="8" name="MSIP_Label_694f4f7d-5079-4b53-8329-569c1c829dd7_SiteId">
    <vt:lpwstr>704daa65-7389-4c44-868f-d8e002897791</vt:lpwstr>
  </property>
  <property fmtid="{D5CDD505-2E9C-101B-9397-08002B2CF9AE}" pid="9" name="MSIP_Label_694f4f7d-5079-4b53-8329-569c1c829dd7_ActionId">
    <vt:lpwstr>f029d01a-8f84-4cb8-9db1-770a9039564f</vt:lpwstr>
  </property>
  <property fmtid="{D5CDD505-2E9C-101B-9397-08002B2CF9AE}" pid="10" name="MSIP_Label_694f4f7d-5079-4b53-8329-569c1c829dd7_ContentBits">
    <vt:lpwstr>0</vt:lpwstr>
  </property>
  <property fmtid="{D5CDD505-2E9C-101B-9397-08002B2CF9AE}" pid="11" name="MSIP_Label_694f4f7d-5079-4b53-8329-569c1c829dd7_Tag">
    <vt:lpwstr>10, 0, 1, 2</vt:lpwstr>
  </property>
</Properties>
</file>